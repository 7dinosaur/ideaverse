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4840" r:id="rId4"/>
    <p:sldMasterId id="2147484855" r:id="rId5"/>
    <p:sldMasterId id="2147484845" r:id="rId6"/>
  </p:sldMasterIdLst>
  <p:notesMasterIdLst>
    <p:notesMasterId r:id="rId27"/>
  </p:notesMasterIdLst>
  <p:handoutMasterIdLst>
    <p:handoutMasterId r:id="rId28"/>
  </p:handoutMasterIdLst>
  <p:sldIdLst>
    <p:sldId id="406" r:id="rId7"/>
    <p:sldId id="414" r:id="rId8"/>
    <p:sldId id="407" r:id="rId9"/>
    <p:sldId id="419" r:id="rId10"/>
    <p:sldId id="431" r:id="rId11"/>
    <p:sldId id="432" r:id="rId12"/>
    <p:sldId id="441" r:id="rId13"/>
    <p:sldId id="440" r:id="rId14"/>
    <p:sldId id="425" r:id="rId15"/>
    <p:sldId id="429" r:id="rId16"/>
    <p:sldId id="430" r:id="rId17"/>
    <p:sldId id="443" r:id="rId18"/>
    <p:sldId id="444" r:id="rId19"/>
    <p:sldId id="409" r:id="rId20"/>
    <p:sldId id="433" r:id="rId21"/>
    <p:sldId id="1075" r:id="rId22"/>
    <p:sldId id="1076" r:id="rId23"/>
    <p:sldId id="1077" r:id="rId24"/>
    <p:sldId id="1079" r:id="rId25"/>
    <p:sldId id="405" r:id="rId26"/>
  </p:sldIdLst>
  <p:sldSz cx="9144000" cy="5143500" type="screen16x9"/>
  <p:notesSz cx="6858000" cy="9296400"/>
  <p:defaultTextStyle>
    <a:defPPr>
      <a:defRPr lang="en-US"/>
    </a:defPPr>
    <a:lvl1pPr algn="l" rtl="0" fontAlgn="base">
      <a:spcBef>
        <a:spcPct val="0"/>
      </a:spcBef>
      <a:spcAft>
        <a:spcPct val="0"/>
      </a:spcAft>
      <a:defRPr sz="1800" kern="1200">
        <a:solidFill>
          <a:schemeClr val="tx1"/>
        </a:solidFill>
        <a:latin typeface="Arial" charset="0"/>
        <a:ea typeface="ＭＳ Ｐゴシック" charset="-128"/>
        <a:cs typeface="Arial" charset="0"/>
      </a:defRPr>
    </a:lvl1pPr>
    <a:lvl2pPr marL="342900" algn="l" rtl="0" fontAlgn="base">
      <a:spcBef>
        <a:spcPct val="0"/>
      </a:spcBef>
      <a:spcAft>
        <a:spcPct val="0"/>
      </a:spcAft>
      <a:defRPr sz="1800" kern="1200">
        <a:solidFill>
          <a:schemeClr val="tx1"/>
        </a:solidFill>
        <a:latin typeface="Arial" charset="0"/>
        <a:ea typeface="ＭＳ Ｐゴシック" charset="-128"/>
        <a:cs typeface="Arial" charset="0"/>
      </a:defRPr>
    </a:lvl2pPr>
    <a:lvl3pPr marL="685800" algn="l" rtl="0" fontAlgn="base">
      <a:spcBef>
        <a:spcPct val="0"/>
      </a:spcBef>
      <a:spcAft>
        <a:spcPct val="0"/>
      </a:spcAft>
      <a:defRPr sz="1800" kern="1200">
        <a:solidFill>
          <a:schemeClr val="tx1"/>
        </a:solidFill>
        <a:latin typeface="Arial" charset="0"/>
        <a:ea typeface="ＭＳ Ｐゴシック" charset="-128"/>
        <a:cs typeface="Arial" charset="0"/>
      </a:defRPr>
    </a:lvl3pPr>
    <a:lvl4pPr marL="1028700" algn="l" rtl="0" fontAlgn="base">
      <a:spcBef>
        <a:spcPct val="0"/>
      </a:spcBef>
      <a:spcAft>
        <a:spcPct val="0"/>
      </a:spcAft>
      <a:defRPr sz="1800" kern="1200">
        <a:solidFill>
          <a:schemeClr val="tx1"/>
        </a:solidFill>
        <a:latin typeface="Arial" charset="0"/>
        <a:ea typeface="ＭＳ Ｐゴシック" charset="-128"/>
        <a:cs typeface="Arial" charset="0"/>
      </a:defRPr>
    </a:lvl4pPr>
    <a:lvl5pPr marL="1371600" algn="l" rtl="0" fontAlgn="base">
      <a:spcBef>
        <a:spcPct val="0"/>
      </a:spcBef>
      <a:spcAft>
        <a:spcPct val="0"/>
      </a:spcAft>
      <a:defRPr sz="1800" kern="1200">
        <a:solidFill>
          <a:schemeClr val="tx1"/>
        </a:solidFill>
        <a:latin typeface="Arial" charset="0"/>
        <a:ea typeface="ＭＳ Ｐゴシック" charset="-128"/>
        <a:cs typeface="Arial" charset="0"/>
      </a:defRPr>
    </a:lvl5pPr>
    <a:lvl6pPr marL="1714500" algn="l" defTabSz="685800" rtl="0" eaLnBrk="1" latinLnBrk="0" hangingPunct="1">
      <a:defRPr sz="1800" kern="1200">
        <a:solidFill>
          <a:schemeClr val="tx1"/>
        </a:solidFill>
        <a:latin typeface="Arial" charset="0"/>
        <a:ea typeface="ＭＳ Ｐゴシック" charset="-128"/>
        <a:cs typeface="Arial" charset="0"/>
      </a:defRPr>
    </a:lvl6pPr>
    <a:lvl7pPr marL="2057400" algn="l" defTabSz="685800" rtl="0" eaLnBrk="1" latinLnBrk="0" hangingPunct="1">
      <a:defRPr sz="1800" kern="1200">
        <a:solidFill>
          <a:schemeClr val="tx1"/>
        </a:solidFill>
        <a:latin typeface="Arial" charset="0"/>
        <a:ea typeface="ＭＳ Ｐゴシック" charset="-128"/>
        <a:cs typeface="Arial" charset="0"/>
      </a:defRPr>
    </a:lvl7pPr>
    <a:lvl8pPr marL="2400300" algn="l" defTabSz="685800" rtl="0" eaLnBrk="1" latinLnBrk="0" hangingPunct="1">
      <a:defRPr sz="1800" kern="1200">
        <a:solidFill>
          <a:schemeClr val="tx1"/>
        </a:solidFill>
        <a:latin typeface="Arial" charset="0"/>
        <a:ea typeface="ＭＳ Ｐゴシック" charset="-128"/>
        <a:cs typeface="Arial" charset="0"/>
      </a:defRPr>
    </a:lvl8pPr>
    <a:lvl9pPr marL="2743200" algn="l" defTabSz="685800" rtl="0" eaLnBrk="1" latinLnBrk="0" hangingPunct="1">
      <a:defRPr sz="1800" kern="1200">
        <a:solidFill>
          <a:schemeClr val="tx1"/>
        </a:solidFill>
        <a:latin typeface="Arial" charset="0"/>
        <a:ea typeface="ＭＳ Ｐゴシック" charset="-128"/>
        <a:cs typeface="Arial" charset="0"/>
      </a:defRPr>
    </a:lvl9pPr>
  </p:defaultTextStyle>
  <p:extLst>
    <p:ext uri="{EFAFB233-063F-42B5-8137-9DF3F51BA10A}">
      <p15:sldGuideLst xmlns:p15="http://schemas.microsoft.com/office/powerpoint/2012/main">
        <p15:guide id="1" orient="horz" pos="1643" userDrawn="1">
          <p15:clr>
            <a:srgbClr val="A4A3A4"/>
          </p15:clr>
        </p15:guide>
        <p15:guide id="2" pos="362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9FDE"/>
    <a:srgbClr val="4F4F4F"/>
    <a:srgbClr val="0086BE"/>
    <a:srgbClr val="0000FF"/>
    <a:srgbClr val="FF0000"/>
    <a:srgbClr val="1B3D6C"/>
    <a:srgbClr val="C2D9FA"/>
    <a:srgbClr val="0B3A7F"/>
    <a:srgbClr val="E98B01"/>
    <a:srgbClr val="1380D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9" autoAdjust="0"/>
    <p:restoredTop sz="74639" autoAdjust="0"/>
  </p:normalViewPr>
  <p:slideViewPr>
    <p:cSldViewPr snapToGrid="0">
      <p:cViewPr varScale="1">
        <p:scale>
          <a:sx n="87" d="100"/>
          <a:sy n="87" d="100"/>
        </p:scale>
        <p:origin x="1065" y="45"/>
      </p:cViewPr>
      <p:guideLst>
        <p:guide orient="horz" pos="1643"/>
        <p:guide pos="3628"/>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handoutMaster" Target="handoutMasters/handoutMaster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6322" name="Rectangle 2"/>
          <p:cNvSpPr>
            <a:spLocks noGrp="1" noChangeArrowheads="1"/>
          </p:cNvSpPr>
          <p:nvPr>
            <p:ph type="hdr" sz="quarter"/>
          </p:nvPr>
        </p:nvSpPr>
        <p:spPr bwMode="auto">
          <a:xfrm>
            <a:off x="1" y="0"/>
            <a:ext cx="2972421" cy="465138"/>
          </a:xfrm>
          <a:prstGeom prst="rect">
            <a:avLst/>
          </a:prstGeom>
          <a:noFill/>
          <a:ln w="9525">
            <a:noFill/>
            <a:miter lim="800000"/>
            <a:headEnd/>
            <a:tailEnd/>
          </a:ln>
        </p:spPr>
        <p:txBody>
          <a:bodyPr vert="horz" wrap="square" lIns="93172" tIns="46587" rIns="93172" bIns="46587" numCol="1" anchor="t" anchorCtr="0" compatLnSpc="1">
            <a:prstTxWarp prst="textNoShape">
              <a:avLst/>
            </a:prstTxWarp>
          </a:bodyPr>
          <a:lstStyle>
            <a:lvl1pPr eaLnBrk="0" hangingPunct="0">
              <a:defRPr sz="1200">
                <a:latin typeface="Arial" charset="0"/>
                <a:ea typeface="ＭＳ Ｐゴシック" pitchFamily="80" charset="-128"/>
                <a:cs typeface="+mn-cs"/>
              </a:defRPr>
            </a:lvl1pPr>
          </a:lstStyle>
          <a:p>
            <a:pPr>
              <a:defRPr/>
            </a:pPr>
            <a:endParaRPr lang="en-US"/>
          </a:p>
        </p:txBody>
      </p:sp>
      <p:sp>
        <p:nvSpPr>
          <p:cNvPr id="56323" name="Rectangle 3"/>
          <p:cNvSpPr>
            <a:spLocks noGrp="1" noChangeArrowheads="1"/>
          </p:cNvSpPr>
          <p:nvPr>
            <p:ph type="dt" sz="quarter" idx="1"/>
          </p:nvPr>
        </p:nvSpPr>
        <p:spPr bwMode="auto">
          <a:xfrm>
            <a:off x="3885579" y="0"/>
            <a:ext cx="2972421" cy="465138"/>
          </a:xfrm>
          <a:prstGeom prst="rect">
            <a:avLst/>
          </a:prstGeom>
          <a:noFill/>
          <a:ln w="9525">
            <a:noFill/>
            <a:miter lim="800000"/>
            <a:headEnd/>
            <a:tailEnd/>
          </a:ln>
        </p:spPr>
        <p:txBody>
          <a:bodyPr vert="horz" wrap="square" lIns="93172" tIns="46587" rIns="93172" bIns="46587" numCol="1" anchor="t" anchorCtr="0" compatLnSpc="1">
            <a:prstTxWarp prst="textNoShape">
              <a:avLst/>
            </a:prstTxWarp>
          </a:bodyPr>
          <a:lstStyle>
            <a:lvl1pPr algn="r" eaLnBrk="0" hangingPunct="0">
              <a:defRPr sz="1200">
                <a:latin typeface="Arial" charset="0"/>
                <a:ea typeface="ＭＳ Ｐゴシック" pitchFamily="80" charset="-128"/>
                <a:cs typeface="+mn-cs"/>
              </a:defRPr>
            </a:lvl1pPr>
          </a:lstStyle>
          <a:p>
            <a:pPr>
              <a:defRPr/>
            </a:pPr>
            <a:endParaRPr lang="en-US"/>
          </a:p>
        </p:txBody>
      </p:sp>
      <p:sp>
        <p:nvSpPr>
          <p:cNvPr id="56324" name="Rectangle 4"/>
          <p:cNvSpPr>
            <a:spLocks noGrp="1" noChangeArrowheads="1"/>
          </p:cNvSpPr>
          <p:nvPr>
            <p:ph type="ftr" sz="quarter" idx="2"/>
          </p:nvPr>
        </p:nvSpPr>
        <p:spPr bwMode="auto">
          <a:xfrm>
            <a:off x="1" y="8831264"/>
            <a:ext cx="2972421" cy="465137"/>
          </a:xfrm>
          <a:prstGeom prst="rect">
            <a:avLst/>
          </a:prstGeom>
          <a:noFill/>
          <a:ln w="9525">
            <a:noFill/>
            <a:miter lim="800000"/>
            <a:headEnd/>
            <a:tailEnd/>
          </a:ln>
        </p:spPr>
        <p:txBody>
          <a:bodyPr vert="horz" wrap="square" lIns="93172" tIns="46587" rIns="93172" bIns="46587" numCol="1" anchor="b" anchorCtr="0" compatLnSpc="1">
            <a:prstTxWarp prst="textNoShape">
              <a:avLst/>
            </a:prstTxWarp>
          </a:bodyPr>
          <a:lstStyle>
            <a:lvl1pPr eaLnBrk="0" hangingPunct="0">
              <a:defRPr sz="1200">
                <a:latin typeface="Arial" charset="0"/>
                <a:ea typeface="ＭＳ Ｐゴシック" pitchFamily="80" charset="-128"/>
                <a:cs typeface="+mn-cs"/>
              </a:defRPr>
            </a:lvl1pPr>
          </a:lstStyle>
          <a:p>
            <a:pPr>
              <a:defRPr/>
            </a:pPr>
            <a:endParaRPr lang="en-US"/>
          </a:p>
        </p:txBody>
      </p:sp>
      <p:sp>
        <p:nvSpPr>
          <p:cNvPr id="56325" name="Rectangle 5"/>
          <p:cNvSpPr>
            <a:spLocks noGrp="1" noChangeArrowheads="1"/>
          </p:cNvSpPr>
          <p:nvPr>
            <p:ph type="sldNum" sz="quarter" idx="3"/>
          </p:nvPr>
        </p:nvSpPr>
        <p:spPr bwMode="auto">
          <a:xfrm>
            <a:off x="3885579" y="8831264"/>
            <a:ext cx="2972421" cy="465137"/>
          </a:xfrm>
          <a:prstGeom prst="rect">
            <a:avLst/>
          </a:prstGeom>
          <a:noFill/>
          <a:ln w="9525">
            <a:noFill/>
            <a:miter lim="800000"/>
            <a:headEnd/>
            <a:tailEnd/>
          </a:ln>
        </p:spPr>
        <p:txBody>
          <a:bodyPr vert="horz" wrap="square" lIns="93172" tIns="46587" rIns="93172" bIns="46587" numCol="1" anchor="b" anchorCtr="0" compatLnSpc="1">
            <a:prstTxWarp prst="textNoShape">
              <a:avLst/>
            </a:prstTxWarp>
          </a:bodyPr>
          <a:lstStyle>
            <a:lvl1pPr algn="r" eaLnBrk="0" hangingPunct="0">
              <a:defRPr sz="1200">
                <a:latin typeface="Arial" charset="0"/>
                <a:ea typeface="ＭＳ Ｐゴシック" pitchFamily="80" charset="-128"/>
                <a:cs typeface="+mn-cs"/>
              </a:defRPr>
            </a:lvl1pPr>
          </a:lstStyle>
          <a:p>
            <a:pPr>
              <a:defRPr/>
            </a:pPr>
            <a:fld id="{9301CC6A-B4E8-405F-AE79-859651258FE4}" type="slidenum">
              <a:rPr lang="en-US"/>
              <a:pPr>
                <a:defRPr/>
              </a:pPr>
              <a:t>‹#›</a:t>
            </a:fld>
            <a:endParaRPr lang="en-US"/>
          </a:p>
        </p:txBody>
      </p:sp>
    </p:spTree>
    <p:extLst>
      <p:ext uri="{BB962C8B-B14F-4D97-AF65-F5344CB8AC3E}">
        <p14:creationId xmlns:p14="http://schemas.microsoft.com/office/powerpoint/2010/main" val="8186230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1" y="0"/>
            <a:ext cx="2972421" cy="465138"/>
          </a:xfrm>
          <a:prstGeom prst="rect">
            <a:avLst/>
          </a:prstGeom>
          <a:noFill/>
          <a:ln w="9525">
            <a:noFill/>
            <a:miter lim="800000"/>
            <a:headEnd/>
            <a:tailEnd/>
          </a:ln>
        </p:spPr>
        <p:txBody>
          <a:bodyPr vert="horz" wrap="square" lIns="93172" tIns="46587" rIns="93172" bIns="46587" numCol="1" anchor="t" anchorCtr="0" compatLnSpc="1">
            <a:prstTxWarp prst="textNoShape">
              <a:avLst/>
            </a:prstTxWarp>
          </a:bodyPr>
          <a:lstStyle>
            <a:lvl1pPr eaLnBrk="0" hangingPunct="0">
              <a:defRPr sz="1200">
                <a:latin typeface="Arial" charset="0"/>
                <a:ea typeface="ＭＳ Ｐゴシック" pitchFamily="80" charset="-128"/>
                <a:cs typeface="+mn-cs"/>
              </a:defRPr>
            </a:lvl1pPr>
          </a:lstStyle>
          <a:p>
            <a:pPr>
              <a:defRPr/>
            </a:pPr>
            <a:endParaRPr lang="en-US"/>
          </a:p>
        </p:txBody>
      </p:sp>
      <p:sp>
        <p:nvSpPr>
          <p:cNvPr id="6147" name="Rectangle 3"/>
          <p:cNvSpPr>
            <a:spLocks noGrp="1" noChangeArrowheads="1"/>
          </p:cNvSpPr>
          <p:nvPr>
            <p:ph type="dt" idx="1"/>
          </p:nvPr>
        </p:nvSpPr>
        <p:spPr bwMode="auto">
          <a:xfrm>
            <a:off x="3885579" y="0"/>
            <a:ext cx="2972421" cy="465138"/>
          </a:xfrm>
          <a:prstGeom prst="rect">
            <a:avLst/>
          </a:prstGeom>
          <a:noFill/>
          <a:ln w="9525">
            <a:noFill/>
            <a:miter lim="800000"/>
            <a:headEnd/>
            <a:tailEnd/>
          </a:ln>
        </p:spPr>
        <p:txBody>
          <a:bodyPr vert="horz" wrap="square" lIns="93172" tIns="46587" rIns="93172" bIns="46587" numCol="1" anchor="t" anchorCtr="0" compatLnSpc="1">
            <a:prstTxWarp prst="textNoShape">
              <a:avLst/>
            </a:prstTxWarp>
          </a:bodyPr>
          <a:lstStyle>
            <a:lvl1pPr algn="r" eaLnBrk="0" hangingPunct="0">
              <a:defRPr sz="1200">
                <a:latin typeface="Arial" charset="0"/>
                <a:ea typeface="ＭＳ Ｐゴシック" pitchFamily="80" charset="-128"/>
                <a:cs typeface="+mn-cs"/>
              </a:defRPr>
            </a:lvl1pPr>
          </a:lstStyle>
          <a:p>
            <a:pPr>
              <a:defRPr/>
            </a:pPr>
            <a:endParaRPr lang="en-US"/>
          </a:p>
        </p:txBody>
      </p:sp>
      <p:sp>
        <p:nvSpPr>
          <p:cNvPr id="19460" name="Rectangle 4"/>
          <p:cNvSpPr>
            <a:spLocks noGrp="1" noRot="1" noChangeAspect="1" noChangeArrowheads="1" noTextEdit="1"/>
          </p:cNvSpPr>
          <p:nvPr>
            <p:ph type="sldImg" idx="2"/>
          </p:nvPr>
        </p:nvSpPr>
        <p:spPr bwMode="auto">
          <a:xfrm>
            <a:off x="330200" y="696913"/>
            <a:ext cx="6197600" cy="3486150"/>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914711" y="4416426"/>
            <a:ext cx="5028579" cy="4183063"/>
          </a:xfrm>
          <a:prstGeom prst="rect">
            <a:avLst/>
          </a:prstGeom>
          <a:noFill/>
          <a:ln w="9525">
            <a:noFill/>
            <a:miter lim="800000"/>
            <a:headEnd/>
            <a:tailEnd/>
          </a:ln>
        </p:spPr>
        <p:txBody>
          <a:bodyPr vert="horz" wrap="square" lIns="93172" tIns="46587" rIns="93172" bIns="46587"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1" y="8831264"/>
            <a:ext cx="2972421" cy="465137"/>
          </a:xfrm>
          <a:prstGeom prst="rect">
            <a:avLst/>
          </a:prstGeom>
          <a:noFill/>
          <a:ln w="9525">
            <a:noFill/>
            <a:miter lim="800000"/>
            <a:headEnd/>
            <a:tailEnd/>
          </a:ln>
        </p:spPr>
        <p:txBody>
          <a:bodyPr vert="horz" wrap="square" lIns="93172" tIns="46587" rIns="93172" bIns="46587" numCol="1" anchor="b" anchorCtr="0" compatLnSpc="1">
            <a:prstTxWarp prst="textNoShape">
              <a:avLst/>
            </a:prstTxWarp>
          </a:bodyPr>
          <a:lstStyle>
            <a:lvl1pPr eaLnBrk="0" hangingPunct="0">
              <a:defRPr sz="1200">
                <a:latin typeface="Arial" charset="0"/>
                <a:ea typeface="ＭＳ Ｐゴシック" pitchFamily="80" charset="-128"/>
                <a:cs typeface="+mn-cs"/>
              </a:defRPr>
            </a:lvl1pPr>
          </a:lstStyle>
          <a:p>
            <a:pPr>
              <a:defRPr/>
            </a:pPr>
            <a:endParaRPr lang="en-US"/>
          </a:p>
        </p:txBody>
      </p:sp>
      <p:sp>
        <p:nvSpPr>
          <p:cNvPr id="6151" name="Rectangle 7"/>
          <p:cNvSpPr>
            <a:spLocks noGrp="1" noChangeArrowheads="1"/>
          </p:cNvSpPr>
          <p:nvPr>
            <p:ph type="sldNum" sz="quarter" idx="5"/>
          </p:nvPr>
        </p:nvSpPr>
        <p:spPr bwMode="auto">
          <a:xfrm>
            <a:off x="3885579" y="8831264"/>
            <a:ext cx="2972421" cy="465137"/>
          </a:xfrm>
          <a:prstGeom prst="rect">
            <a:avLst/>
          </a:prstGeom>
          <a:noFill/>
          <a:ln w="9525">
            <a:noFill/>
            <a:miter lim="800000"/>
            <a:headEnd/>
            <a:tailEnd/>
          </a:ln>
        </p:spPr>
        <p:txBody>
          <a:bodyPr vert="horz" wrap="square" lIns="93172" tIns="46587" rIns="93172" bIns="46587" numCol="1" anchor="b" anchorCtr="0" compatLnSpc="1">
            <a:prstTxWarp prst="textNoShape">
              <a:avLst/>
            </a:prstTxWarp>
          </a:bodyPr>
          <a:lstStyle>
            <a:lvl1pPr algn="r" eaLnBrk="0" hangingPunct="0">
              <a:defRPr sz="1200">
                <a:latin typeface="Arial" charset="0"/>
                <a:ea typeface="ＭＳ Ｐゴシック" pitchFamily="80" charset="-128"/>
                <a:cs typeface="+mn-cs"/>
              </a:defRPr>
            </a:lvl1pPr>
          </a:lstStyle>
          <a:p>
            <a:pPr>
              <a:defRPr/>
            </a:pPr>
            <a:fld id="{B7B05DEF-6DE7-4BF9-8DBB-FF904A788E50}" type="slidenum">
              <a:rPr lang="en-US"/>
              <a:pPr>
                <a:defRPr/>
              </a:pPr>
              <a:t>‹#›</a:t>
            </a:fld>
            <a:endParaRPr lang="en-US"/>
          </a:p>
        </p:txBody>
      </p:sp>
    </p:spTree>
    <p:extLst>
      <p:ext uri="{BB962C8B-B14F-4D97-AF65-F5344CB8AC3E}">
        <p14:creationId xmlns:p14="http://schemas.microsoft.com/office/powerpoint/2010/main" val="382358050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900" kern="1200">
        <a:solidFill>
          <a:schemeClr val="tx1"/>
        </a:solidFill>
        <a:latin typeface="Arial" charset="0"/>
        <a:ea typeface="ＭＳ Ｐゴシック" pitchFamily="80" charset="-128"/>
        <a:cs typeface="+mn-cs"/>
      </a:defRPr>
    </a:lvl1pPr>
    <a:lvl2pPr marL="342900" algn="l" rtl="0" eaLnBrk="0" fontAlgn="base" hangingPunct="0">
      <a:spcBef>
        <a:spcPct val="30000"/>
      </a:spcBef>
      <a:spcAft>
        <a:spcPct val="0"/>
      </a:spcAft>
      <a:defRPr sz="900" kern="1200">
        <a:solidFill>
          <a:schemeClr val="tx1"/>
        </a:solidFill>
        <a:latin typeface="Arial" charset="0"/>
        <a:ea typeface="ＭＳ Ｐゴシック" pitchFamily="80" charset="-128"/>
        <a:cs typeface="+mn-cs"/>
      </a:defRPr>
    </a:lvl2pPr>
    <a:lvl3pPr marL="685800" algn="l" rtl="0" eaLnBrk="0" fontAlgn="base" hangingPunct="0">
      <a:spcBef>
        <a:spcPct val="30000"/>
      </a:spcBef>
      <a:spcAft>
        <a:spcPct val="0"/>
      </a:spcAft>
      <a:defRPr sz="900" kern="1200">
        <a:solidFill>
          <a:schemeClr val="tx1"/>
        </a:solidFill>
        <a:latin typeface="Arial" charset="0"/>
        <a:ea typeface="ＭＳ Ｐゴシック" pitchFamily="80" charset="-128"/>
        <a:cs typeface="+mn-cs"/>
      </a:defRPr>
    </a:lvl3pPr>
    <a:lvl4pPr marL="1028700" algn="l" rtl="0" eaLnBrk="0" fontAlgn="base" hangingPunct="0">
      <a:spcBef>
        <a:spcPct val="30000"/>
      </a:spcBef>
      <a:spcAft>
        <a:spcPct val="0"/>
      </a:spcAft>
      <a:defRPr sz="900" kern="1200">
        <a:solidFill>
          <a:schemeClr val="tx1"/>
        </a:solidFill>
        <a:latin typeface="Arial" charset="0"/>
        <a:ea typeface="ＭＳ Ｐゴシック" pitchFamily="80" charset="-128"/>
        <a:cs typeface="+mn-cs"/>
      </a:defRPr>
    </a:lvl4pPr>
    <a:lvl5pPr marL="1371600" algn="l" rtl="0" eaLnBrk="0" fontAlgn="base" hangingPunct="0">
      <a:spcBef>
        <a:spcPct val="30000"/>
      </a:spcBef>
      <a:spcAft>
        <a:spcPct val="0"/>
      </a:spcAft>
      <a:defRPr sz="900" kern="1200">
        <a:solidFill>
          <a:schemeClr val="tx1"/>
        </a:solidFill>
        <a:latin typeface="Arial" charset="0"/>
        <a:ea typeface="ＭＳ Ｐゴシック" pitchFamily="80" charset="-128"/>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Dear experts and colleagues</a:t>
            </a:r>
          </a:p>
          <a:p>
            <a:r>
              <a:rPr lang="zh-CN" altLang="zh-CN" dirty="0"/>
              <a:t>I am Lin Yi from Northwestern Polytechnical University. </a:t>
            </a:r>
          </a:p>
          <a:p>
            <a:r>
              <a:rPr lang="zh-CN" altLang="zh-CN" dirty="0"/>
              <a:t>It is a great honor to present our work today — "Low-Boom Design and Analysis of a Blended-Wing-Body Configuration for Large-Sized Supersonic Transport."</a:t>
            </a:r>
          </a:p>
          <a:p>
            <a:endParaRPr lang="zh-CN" altLang="en-US" dirty="0"/>
          </a:p>
        </p:txBody>
      </p:sp>
      <p:sp>
        <p:nvSpPr>
          <p:cNvPr id="4" name="灯片编号占位符 3"/>
          <p:cNvSpPr>
            <a:spLocks noGrp="1"/>
          </p:cNvSpPr>
          <p:nvPr>
            <p:ph type="sldNum" sz="quarter" idx="5"/>
          </p:nvPr>
        </p:nvSpPr>
        <p:spPr/>
        <p:txBody>
          <a:bodyPr/>
          <a:lstStyle/>
          <a:p>
            <a:pPr>
              <a:defRPr/>
            </a:pPr>
            <a:fld id="{B7B05DEF-6DE7-4BF9-8DBB-FF904A788E50}" type="slidenum">
              <a:rPr lang="en-US" smtClean="0"/>
              <a:pPr>
                <a:defRPr/>
              </a:pPr>
              <a:t>1</a:t>
            </a:fld>
            <a:endParaRPr lang="en-US"/>
          </a:p>
        </p:txBody>
      </p:sp>
    </p:spTree>
    <p:extLst>
      <p:ext uri="{BB962C8B-B14F-4D97-AF65-F5344CB8AC3E}">
        <p14:creationId xmlns:p14="http://schemas.microsoft.com/office/powerpoint/2010/main" val="2000327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My presentation consists of four parts: </a:t>
            </a:r>
          </a:p>
          <a:p>
            <a:r>
              <a:rPr lang="zh-CN" altLang="zh-CN" dirty="0"/>
              <a:t>first, research background and motivation; </a:t>
            </a:r>
          </a:p>
          <a:p>
            <a:r>
              <a:rPr lang="zh-CN" altLang="zh-CN" dirty="0"/>
              <a:t>second, generation of the baseline configuration; </a:t>
            </a:r>
          </a:p>
          <a:p>
            <a:r>
              <a:rPr lang="zh-CN" altLang="zh-CN" dirty="0"/>
              <a:t>third, low-boom design and analysis; </a:t>
            </a:r>
          </a:p>
          <a:p>
            <a:r>
              <a:rPr lang="zh-CN" altLang="zh-CN" dirty="0"/>
              <a:t>and finally, summary and outlook.</a:t>
            </a:r>
          </a:p>
          <a:p>
            <a:endParaRPr lang="zh-CN" altLang="en-US" dirty="0"/>
          </a:p>
        </p:txBody>
      </p:sp>
      <p:sp>
        <p:nvSpPr>
          <p:cNvPr id="4" name="灯片编号占位符 3"/>
          <p:cNvSpPr>
            <a:spLocks noGrp="1"/>
          </p:cNvSpPr>
          <p:nvPr>
            <p:ph type="sldNum" sz="quarter" idx="5"/>
          </p:nvPr>
        </p:nvSpPr>
        <p:spPr/>
        <p:txBody>
          <a:bodyPr/>
          <a:lstStyle/>
          <a:p>
            <a:pPr>
              <a:defRPr/>
            </a:pPr>
            <a:fld id="{B7B05DEF-6DE7-4BF9-8DBB-FF904A788E50}" type="slidenum">
              <a:rPr lang="en-US" smtClean="0"/>
              <a:pPr>
                <a:defRPr/>
              </a:pPr>
              <a:t>2</a:t>
            </a:fld>
            <a:endParaRPr lang="en-US"/>
          </a:p>
        </p:txBody>
      </p:sp>
    </p:spTree>
    <p:extLst>
      <p:ext uri="{BB962C8B-B14F-4D97-AF65-F5344CB8AC3E}">
        <p14:creationId xmlns:p14="http://schemas.microsoft.com/office/powerpoint/2010/main" val="35232894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Faster travel improves the efficiency of global economic and cultural exchange. </a:t>
            </a:r>
          </a:p>
          <a:p>
            <a:r>
              <a:rPr lang="zh-CN" altLang="zh-CN" dirty="0"/>
              <a:t>Supersonic transport fly more than twice as fast as subsonic airliners and are regarded as a core technological frontier of the 21st-century aviation industry. </a:t>
            </a:r>
          </a:p>
          <a:p>
            <a:r>
              <a:rPr lang="zh-CN" altLang="zh-CN" dirty="0"/>
              <a:t>NASA's 2023 strategic plan states that "efficient, affordable, and environmentally friendly supersonic commercial transport will be a gamechanger for future intercontinental travel." </a:t>
            </a:r>
          </a:p>
          <a:p>
            <a:r>
              <a:rPr lang="zh-CN" altLang="zh-CN" dirty="0"/>
              <a:t>Supersonic transport is therefore one of the frontier topics in aviation.</a:t>
            </a:r>
          </a:p>
          <a:p>
            <a:endParaRPr lang="zh-CN" altLang="zh-CN" sz="900" kern="1200" dirty="0">
              <a:solidFill>
                <a:schemeClr val="tx1"/>
              </a:solidFill>
              <a:effectLst/>
              <a:latin typeface="Arial" pitchFamily="34" charset="0"/>
              <a:ea typeface="ＭＳ Ｐゴシック" pitchFamily="80" charset="-128"/>
              <a:cs typeface="+mn-cs"/>
            </a:endParaRPr>
          </a:p>
        </p:txBody>
      </p:sp>
      <p:sp>
        <p:nvSpPr>
          <p:cNvPr id="4" name="灯片编号占位符 3"/>
          <p:cNvSpPr>
            <a:spLocks noGrp="1"/>
          </p:cNvSpPr>
          <p:nvPr>
            <p:ph type="sldNum" sz="quarter" idx="5"/>
          </p:nvPr>
        </p:nvSpPr>
        <p:spPr/>
        <p:txBody>
          <a:bodyPr/>
          <a:lstStyle/>
          <a:p>
            <a:pPr>
              <a:defRPr/>
            </a:pPr>
            <a:fld id="{B7B05DEF-6DE7-4BF9-8DBB-FF904A788E50}" type="slidenum">
              <a:rPr lang="en-US" smtClean="0"/>
              <a:pPr>
                <a:defRPr/>
              </a:pPr>
              <a:t>3</a:t>
            </a:fld>
            <a:endParaRPr lang="en-US"/>
          </a:p>
        </p:txBody>
      </p:sp>
    </p:spTree>
    <p:extLst>
      <p:ext uri="{BB962C8B-B14F-4D97-AF65-F5344CB8AC3E}">
        <p14:creationId xmlns:p14="http://schemas.microsoft.com/office/powerpoint/2010/main" val="36822678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However, strong sonic boom restricts the practical operation of supersonic transport. </a:t>
            </a:r>
          </a:p>
          <a:p>
            <a:r>
              <a:rPr lang="zh-CN" altLang="zh-CN" dirty="0"/>
              <a:t>To address this problem, many advanced low-boom configurations have been developed worldwide over the past decades, such as NASA's X-59, Lockheed Martin's QSTA, TsAGI's Strizh, and JAXA's S4. </a:t>
            </a:r>
          </a:p>
          <a:p>
            <a:r>
              <a:rPr lang="zh-CN" altLang="zh-CN" dirty="0"/>
              <a:t>We found that most of them have small capacity, they are all small bussiness jet. </a:t>
            </a:r>
          </a:p>
          <a:p>
            <a:r>
              <a:rPr lang="zh-CN" altLang="zh-CN" dirty="0"/>
              <a:t>Under the classical sonic boom theory, the theoretical minimum sonic‑boom level is strongly correlated with aircraft weight. It is evident that smaller‑capacity are more available for satisfying low‑boom constraints. </a:t>
            </a:r>
          </a:p>
          <a:p>
            <a:r>
              <a:rPr lang="zh-CN" altLang="zh-CN" dirty="0"/>
              <a:t>But, a smaller capacity usually means higher ticket fares, since the expensive operating cost of supersonic transport will spread over very few passengers. </a:t>
            </a:r>
          </a:p>
          <a:p>
            <a:r>
              <a:rPr lang="zh-CN" altLang="zh-CN" dirty="0"/>
              <a:t>In contrast, carrying more passengers per flight will significantly decreases the operating cost shared by each passenger, then the ticket fare will be reduced.</a:t>
            </a:r>
          </a:p>
          <a:p>
            <a:endParaRPr lang="zh-CN" altLang="zh-CN" sz="900" kern="1200" dirty="0">
              <a:solidFill>
                <a:schemeClr val="tx1"/>
              </a:solidFill>
              <a:effectLst/>
              <a:latin typeface="Arial" pitchFamily="34" charset="0"/>
              <a:ea typeface="ＭＳ Ｐゴシック" pitchFamily="80" charset="-128"/>
              <a:cs typeface="+mn-cs"/>
            </a:endParaRPr>
          </a:p>
        </p:txBody>
      </p:sp>
      <p:sp>
        <p:nvSpPr>
          <p:cNvPr id="4" name="灯片编号占位符 3"/>
          <p:cNvSpPr>
            <a:spLocks noGrp="1"/>
          </p:cNvSpPr>
          <p:nvPr>
            <p:ph type="sldNum" sz="quarter" idx="5"/>
          </p:nvPr>
        </p:nvSpPr>
        <p:spPr/>
        <p:txBody>
          <a:bodyPr/>
          <a:lstStyle/>
          <a:p>
            <a:pPr>
              <a:defRPr/>
            </a:pPr>
            <a:fld id="{B7B05DEF-6DE7-4BF9-8DBB-FF904A788E50}" type="slidenum">
              <a:rPr lang="en-US" smtClean="0"/>
              <a:pPr>
                <a:defRPr/>
              </a:pPr>
              <a:t>4</a:t>
            </a:fld>
            <a:endParaRPr lang="en-US"/>
          </a:p>
        </p:txBody>
      </p:sp>
    </p:spTree>
    <p:extLst>
      <p:ext uri="{BB962C8B-B14F-4D97-AF65-F5344CB8AC3E}">
        <p14:creationId xmlns:p14="http://schemas.microsoft.com/office/powerpoint/2010/main" val="37964050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So what about upsizing the aircraft? </a:t>
            </a:r>
          </a:p>
          <a:p>
            <a:r>
              <a:rPr lang="zh-CN" altLang="zh-CN" dirty="0"/>
              <a:t>This shows the cabin and fuselage cross‑section of a supersonic transport. Now if we double the number of seats, the fuselage cross‑sectional area will grow quadratically and have more redundant space. </a:t>
            </a:r>
          </a:p>
          <a:p>
            <a:r>
              <a:rPr lang="zh-CN" altLang="zh-CN" dirty="0"/>
              <a:t>Double passengers, 4 times area, 4 times volume, and in existing low-boom theory the volume is directly associated with the low boom target, if we need more fuselage volume for the cabin constraint, that means the low boom design space is significantly limited. </a:t>
            </a:r>
          </a:p>
          <a:p>
            <a:r>
              <a:rPr lang="zh-CN" altLang="zh-CN" dirty="0"/>
              <a:t>The key point is tranditional configuration's circular fuselage are poor at turning volume into passenger capacity. I call this volume efficiency, and it is low for tranditional configuration. </a:t>
            </a:r>
          </a:p>
          <a:p>
            <a:r>
              <a:rPr lang="zh-CN" altLang="zh-CN" dirty="0"/>
              <a:t>So what configuration gives us high volume efficiency?</a:t>
            </a:r>
          </a:p>
          <a:p>
            <a:endParaRPr lang="zh-CN" altLang="en-US" dirty="0"/>
          </a:p>
        </p:txBody>
      </p:sp>
      <p:sp>
        <p:nvSpPr>
          <p:cNvPr id="4" name="灯片编号占位符 3"/>
          <p:cNvSpPr>
            <a:spLocks noGrp="1"/>
          </p:cNvSpPr>
          <p:nvPr>
            <p:ph type="sldNum" sz="quarter" idx="5"/>
          </p:nvPr>
        </p:nvSpPr>
        <p:spPr/>
        <p:txBody>
          <a:bodyPr/>
          <a:lstStyle/>
          <a:p>
            <a:pPr>
              <a:defRPr/>
            </a:pPr>
            <a:fld id="{B7B05DEF-6DE7-4BF9-8DBB-FF904A788E50}" type="slidenum">
              <a:rPr lang="en-US" smtClean="0"/>
              <a:pPr>
                <a:defRPr/>
              </a:pPr>
              <a:t>5</a:t>
            </a:fld>
            <a:endParaRPr lang="en-US"/>
          </a:p>
        </p:txBody>
      </p:sp>
    </p:spTree>
    <p:extLst>
      <p:ext uri="{BB962C8B-B14F-4D97-AF65-F5344CB8AC3E}">
        <p14:creationId xmlns:p14="http://schemas.microsoft.com/office/powerpoint/2010/main" val="8893520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Naturally we come out the Blended-Wing-Body configuration. BWB configuration are generally considered to have higher loading efficiency. </a:t>
            </a:r>
          </a:p>
          <a:p>
            <a:endParaRPr lang="zh-CN" altLang="en-US" dirty="0"/>
          </a:p>
        </p:txBody>
      </p:sp>
      <p:sp>
        <p:nvSpPr>
          <p:cNvPr id="4" name="灯片编号占位符 3"/>
          <p:cNvSpPr>
            <a:spLocks noGrp="1"/>
          </p:cNvSpPr>
          <p:nvPr>
            <p:ph type="sldNum" sz="quarter" idx="5"/>
          </p:nvPr>
        </p:nvSpPr>
        <p:spPr/>
        <p:txBody>
          <a:bodyPr/>
          <a:lstStyle/>
          <a:p>
            <a:pPr>
              <a:defRPr/>
            </a:pPr>
            <a:fld id="{B7B05DEF-6DE7-4BF9-8DBB-FF904A788E50}" type="slidenum">
              <a:rPr lang="en-US" smtClean="0"/>
              <a:pPr>
                <a:defRPr/>
              </a:pPr>
              <a:t>6</a:t>
            </a:fld>
            <a:endParaRPr lang="en-US"/>
          </a:p>
        </p:txBody>
      </p:sp>
    </p:spTree>
    <p:extLst>
      <p:ext uri="{BB962C8B-B14F-4D97-AF65-F5344CB8AC3E}">
        <p14:creationId xmlns:p14="http://schemas.microsoft.com/office/powerpoint/2010/main" val="11203336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zh-CN" dirty="0"/>
              <a:t>Let’s make a comparison. With 4 seats 1 row in both cases, the BWB configuration's cross-section better conforms to the cabin, and has less redundant space. Volume is converted more effectively into seating capacity. </a:t>
            </a:r>
            <a:endParaRPr lang="zh-CN" altLang="en-US" dirty="0"/>
          </a:p>
          <a:p>
            <a:endParaRPr lang="zh-CN" altLang="en-US" dirty="0"/>
          </a:p>
        </p:txBody>
      </p:sp>
      <p:sp>
        <p:nvSpPr>
          <p:cNvPr id="4" name="灯片编号占位符 3"/>
          <p:cNvSpPr>
            <a:spLocks noGrp="1"/>
          </p:cNvSpPr>
          <p:nvPr>
            <p:ph type="sldNum" sz="quarter" idx="5"/>
          </p:nvPr>
        </p:nvSpPr>
        <p:spPr/>
        <p:txBody>
          <a:bodyPr/>
          <a:lstStyle/>
          <a:p>
            <a:pPr>
              <a:defRPr/>
            </a:pPr>
            <a:fld id="{B7B05DEF-6DE7-4BF9-8DBB-FF904A788E50}" type="slidenum">
              <a:rPr lang="en-US" smtClean="0"/>
              <a:pPr>
                <a:defRPr/>
              </a:pPr>
              <a:t>7</a:t>
            </a:fld>
            <a:endParaRPr lang="en-US"/>
          </a:p>
        </p:txBody>
      </p:sp>
    </p:spTree>
    <p:extLst>
      <p:ext uri="{BB962C8B-B14F-4D97-AF65-F5344CB8AC3E}">
        <p14:creationId xmlns:p14="http://schemas.microsoft.com/office/powerpoint/2010/main" val="41430011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8ABE9-D1ED-763E-1F65-EE9C30DE012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62783EC-7F16-5D4C-7366-AD80F3F491E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14573A1-416C-4F24-BA7F-751BED60605C}"/>
              </a:ext>
            </a:extLst>
          </p:cNvPr>
          <p:cNvSpPr>
            <a:spLocks noGrp="1"/>
          </p:cNvSpPr>
          <p:nvPr>
            <p:ph type="body" idx="1"/>
          </p:nvPr>
        </p:nvSpPr>
        <p:spPr/>
        <p:txBody>
          <a:bodyPr/>
          <a:lstStyle/>
          <a:p>
            <a:r>
              <a:rPr lang="zh-CN" altLang="zh-CN" dirty="0"/>
              <a:t>Therefore, we proposes a 160-seat supersonic BWB configuration and systematically examines its feasibility and low-boom design potential through three tasks: </a:t>
            </a:r>
          </a:p>
          <a:p>
            <a:r>
              <a:rPr lang="zh-CN" altLang="zh-CN" dirty="0"/>
              <a:t>analyzing its aerodynamic and sonic boom characteristics; </a:t>
            </a:r>
          </a:p>
          <a:p>
            <a:r>
              <a:rPr lang="zh-CN" altLang="zh-CN" dirty="0"/>
              <a:t>performing forebody signature design with the classical JSGD inverse design method; </a:t>
            </a:r>
          </a:p>
          <a:p>
            <a:r>
              <a:rPr lang="zh-CN" altLang="zh-CN" dirty="0"/>
              <a:t>and studying the effects of winglet and V-tail on the aft body waveform.</a:t>
            </a:r>
          </a:p>
          <a:p>
            <a:endParaRPr lang="zh-CN" altLang="en-US" dirty="0"/>
          </a:p>
        </p:txBody>
      </p:sp>
      <p:sp>
        <p:nvSpPr>
          <p:cNvPr id="4" name="灯片编号占位符 3">
            <a:extLst>
              <a:ext uri="{FF2B5EF4-FFF2-40B4-BE49-F238E27FC236}">
                <a16:creationId xmlns:a16="http://schemas.microsoft.com/office/drawing/2014/main" id="{648CAD08-8899-A9C1-899A-FFD29FDDD2EE}"/>
              </a:ext>
            </a:extLst>
          </p:cNvPr>
          <p:cNvSpPr>
            <a:spLocks noGrp="1"/>
          </p:cNvSpPr>
          <p:nvPr>
            <p:ph type="sldNum" sz="quarter" idx="5"/>
          </p:nvPr>
        </p:nvSpPr>
        <p:spPr/>
        <p:txBody>
          <a:bodyPr/>
          <a:lstStyle/>
          <a:p>
            <a:pPr>
              <a:defRPr/>
            </a:pPr>
            <a:fld id="{B7B05DEF-6DE7-4BF9-8DBB-FF904A788E50}" type="slidenum">
              <a:rPr lang="en-US" smtClean="0"/>
              <a:pPr>
                <a:defRPr/>
              </a:pPr>
              <a:t>8</a:t>
            </a:fld>
            <a:endParaRPr lang="en-US"/>
          </a:p>
        </p:txBody>
      </p:sp>
    </p:spTree>
    <p:extLst>
      <p:ext uri="{BB962C8B-B14F-4D97-AF65-F5344CB8AC3E}">
        <p14:creationId xmlns:p14="http://schemas.microsoft.com/office/powerpoint/2010/main" val="9418071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So, first we need to define the geometry of cabin so that we can establish the cabin constraint in subsequent design. </a:t>
            </a:r>
          </a:p>
          <a:p>
            <a:r>
              <a:rPr lang="zh-CN" altLang="zh-CN" dirty="0"/>
              <a:t>We set 40 rows with four seats per row to accommodate 160 passengers. </a:t>
            </a:r>
          </a:p>
          <a:p>
            <a:r>
              <a:rPr lang="zh-CN" altLang="zh-CN" dirty="0"/>
              <a:t>In a TAW configuration the cabin ceiling is curved and cannot serve as passenger space, so it is occupied by carry-on baggage. </a:t>
            </a:r>
          </a:p>
          <a:p>
            <a:r>
              <a:rPr lang="zh-CN" altLang="zh-CN" dirty="0"/>
              <a:t>In SBWB, a relatively complete rectangular cabin can be used: square overhead bins are more convenient, or the bins can be removed to give passengers more vertical space and improve comfort.</a:t>
            </a:r>
          </a:p>
        </p:txBody>
      </p:sp>
      <p:sp>
        <p:nvSpPr>
          <p:cNvPr id="4" name="灯片编号占位符 3"/>
          <p:cNvSpPr>
            <a:spLocks noGrp="1"/>
          </p:cNvSpPr>
          <p:nvPr>
            <p:ph type="sldNum" sz="quarter" idx="5"/>
          </p:nvPr>
        </p:nvSpPr>
        <p:spPr/>
        <p:txBody>
          <a:bodyPr/>
          <a:lstStyle/>
          <a:p>
            <a:pPr>
              <a:defRPr/>
            </a:pPr>
            <a:fld id="{B7B05DEF-6DE7-4BF9-8DBB-FF904A788E50}" type="slidenum">
              <a:rPr lang="en-US" smtClean="0"/>
              <a:pPr>
                <a:defRPr/>
              </a:pPr>
              <a:t>9</a:t>
            </a:fld>
            <a:endParaRPr lang="en-US"/>
          </a:p>
        </p:txBody>
      </p:sp>
    </p:spTree>
    <p:extLst>
      <p:ext uri="{BB962C8B-B14F-4D97-AF65-F5344CB8AC3E}">
        <p14:creationId xmlns:p14="http://schemas.microsoft.com/office/powerpoint/2010/main" val="32674095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For TAW configuration, the fuselage and wing are often designed separately. But the SBWB requires an integrated design. </a:t>
            </a:r>
          </a:p>
          <a:p>
            <a:r>
              <a:rPr lang="zh-CN" altLang="zh-CN" dirty="0"/>
              <a:t>So we use a full-aircraft CST parameterization method: all sections are parameterized by CST functions of the same order. </a:t>
            </a:r>
          </a:p>
          <a:p>
            <a:r>
              <a:rPr lang="zh-CN" altLang="zh-CN" dirty="0"/>
              <a:t>For the fuselage region, we fit CST parameters to enclose the predefined cabin. For the wing, CST parameters of thin supersonic airfoils are directly adopted.</a:t>
            </a:r>
          </a:p>
          <a:p>
            <a:r>
              <a:rPr lang="zh-CN" altLang="zh-CN" dirty="0"/>
              <a:t>Then adjacent sections are blended by third-order NURBS interpolation to construct the aerodynamic surface, NURBS method can guarantee the geometric smoothness.</a:t>
            </a:r>
          </a:p>
          <a:p>
            <a:endParaRPr lang="zh-CN" altLang="en-US" dirty="0"/>
          </a:p>
        </p:txBody>
      </p:sp>
      <p:sp>
        <p:nvSpPr>
          <p:cNvPr id="4" name="灯片编号占位符 3"/>
          <p:cNvSpPr>
            <a:spLocks noGrp="1"/>
          </p:cNvSpPr>
          <p:nvPr>
            <p:ph type="sldNum" sz="quarter" idx="5"/>
          </p:nvPr>
        </p:nvSpPr>
        <p:spPr/>
        <p:txBody>
          <a:bodyPr/>
          <a:lstStyle/>
          <a:p>
            <a:pPr>
              <a:defRPr/>
            </a:pPr>
            <a:fld id="{B7B05DEF-6DE7-4BF9-8DBB-FF904A788E50}" type="slidenum">
              <a:rPr lang="en-US" smtClean="0"/>
              <a:pPr>
                <a:defRPr/>
              </a:pPr>
              <a:t>10</a:t>
            </a:fld>
            <a:endParaRPr lang="en-US"/>
          </a:p>
        </p:txBody>
      </p:sp>
    </p:spTree>
    <p:extLst>
      <p:ext uri="{BB962C8B-B14F-4D97-AF65-F5344CB8AC3E}">
        <p14:creationId xmlns:p14="http://schemas.microsoft.com/office/powerpoint/2010/main" val="20198905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Therefore we get the baseline configuration, Here presents the three‑view drawing.</a:t>
            </a:r>
          </a:p>
          <a:p>
            <a:r>
              <a:rPr lang="zh-CN" altLang="zh-CN" dirty="0"/>
              <a:t>The cruise condition is set at 18 km and Mach 1.8. The takeoff weight is 170 ton, with about 20 ton of fuel burned before entering cruise, giving a cruise weight of 150 ton.</a:t>
            </a:r>
          </a:p>
          <a:p>
            <a:endParaRPr lang="zh-CN" altLang="en-US" dirty="0"/>
          </a:p>
        </p:txBody>
      </p:sp>
      <p:sp>
        <p:nvSpPr>
          <p:cNvPr id="4" name="灯片编号占位符 3"/>
          <p:cNvSpPr>
            <a:spLocks noGrp="1"/>
          </p:cNvSpPr>
          <p:nvPr>
            <p:ph type="sldNum" sz="quarter" idx="5"/>
          </p:nvPr>
        </p:nvSpPr>
        <p:spPr/>
        <p:txBody>
          <a:bodyPr/>
          <a:lstStyle/>
          <a:p>
            <a:pPr>
              <a:defRPr/>
            </a:pPr>
            <a:fld id="{B7B05DEF-6DE7-4BF9-8DBB-FF904A788E50}" type="slidenum">
              <a:rPr lang="en-US" smtClean="0"/>
              <a:pPr>
                <a:defRPr/>
              </a:pPr>
              <a:t>11</a:t>
            </a:fld>
            <a:endParaRPr lang="en-US"/>
          </a:p>
        </p:txBody>
      </p:sp>
    </p:spTree>
    <p:extLst>
      <p:ext uri="{BB962C8B-B14F-4D97-AF65-F5344CB8AC3E}">
        <p14:creationId xmlns:p14="http://schemas.microsoft.com/office/powerpoint/2010/main" val="26761900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6D13AA-DA27-A23F-761B-4571B728D4D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ABE1BA6-C7D3-CE4B-FBB4-336808955F4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88D3039-0A8A-7BFE-B719-13424196299F}"/>
              </a:ext>
            </a:extLst>
          </p:cNvPr>
          <p:cNvSpPr>
            <a:spLocks noGrp="1"/>
          </p:cNvSpPr>
          <p:nvPr>
            <p:ph type="body" idx="1"/>
          </p:nvPr>
        </p:nvSpPr>
        <p:spPr/>
        <p:txBody>
          <a:bodyPr/>
          <a:lstStyle/>
          <a:p>
            <a:r>
              <a:rPr lang="zh-CN" altLang="zh-CN" dirty="0"/>
              <a:t>Then we performed a aerodynamic evaluation of the baseline configuration:</a:t>
            </a:r>
          </a:p>
          <a:p>
            <a:r>
              <a:rPr lang="zh-CN" altLang="zh-CN" dirty="0"/>
              <a:t>the cruise angle of attack is 4.1 degrees, the lift coefficient 0.107 and the lift-to-drag ratio is 11.2. By analyzing the drag components, it can be found that pressure drag accounts for 62.2% and viscous drag 37.8%, the drag is mainly volume-driven. </a:t>
            </a:r>
          </a:p>
          <a:p>
            <a:r>
              <a:rPr lang="zh-CN" altLang="zh-CN" dirty="0"/>
              <a:t>From the pressure distribution, the low-pressure region on the SBWB appears earlier than on the TAW configuration: the TAW adopts a sharp slender nose to control sonic boom, so lift only begins at wing, whereas the SBWB has more uniform axial lift distribution.</a:t>
            </a:r>
          </a:p>
          <a:p>
            <a:endParaRPr lang="zh-CN" altLang="en-US" dirty="0"/>
          </a:p>
        </p:txBody>
      </p:sp>
      <p:sp>
        <p:nvSpPr>
          <p:cNvPr id="4" name="灯片编号占位符 3">
            <a:extLst>
              <a:ext uri="{FF2B5EF4-FFF2-40B4-BE49-F238E27FC236}">
                <a16:creationId xmlns:a16="http://schemas.microsoft.com/office/drawing/2014/main" id="{D5FFF85B-A9C8-34C7-50E3-B1DDFA0F379D}"/>
              </a:ext>
            </a:extLst>
          </p:cNvPr>
          <p:cNvSpPr>
            <a:spLocks noGrp="1"/>
          </p:cNvSpPr>
          <p:nvPr>
            <p:ph type="sldNum" sz="quarter" idx="5"/>
          </p:nvPr>
        </p:nvSpPr>
        <p:spPr/>
        <p:txBody>
          <a:bodyPr/>
          <a:lstStyle/>
          <a:p>
            <a:pPr>
              <a:defRPr/>
            </a:pPr>
            <a:fld id="{B7B05DEF-6DE7-4BF9-8DBB-FF904A788E50}" type="slidenum">
              <a:rPr lang="en-US" smtClean="0"/>
              <a:pPr>
                <a:defRPr/>
              </a:pPr>
              <a:t>12</a:t>
            </a:fld>
            <a:endParaRPr lang="en-US"/>
          </a:p>
        </p:txBody>
      </p:sp>
    </p:spTree>
    <p:extLst>
      <p:ext uri="{BB962C8B-B14F-4D97-AF65-F5344CB8AC3E}">
        <p14:creationId xmlns:p14="http://schemas.microsoft.com/office/powerpoint/2010/main" val="12269715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637D7D-E428-188A-F71F-D8E2932B1B8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8116304-4A81-E206-5884-E6AF8FE848F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31FED48-2D7A-377A-F164-005440789D5F}"/>
              </a:ext>
            </a:extLst>
          </p:cNvPr>
          <p:cNvSpPr>
            <a:spLocks noGrp="1"/>
          </p:cNvSpPr>
          <p:nvPr>
            <p:ph type="body" idx="1"/>
          </p:nvPr>
        </p:nvSpPr>
        <p:spPr/>
        <p:txBody>
          <a:bodyPr/>
          <a:lstStyle/>
          <a:p>
            <a:r>
              <a:rPr lang="zh-CN" altLang="zh-CN" dirty="0"/>
              <a:t>Now, analyse the sonic boom characteristics. </a:t>
            </a:r>
          </a:p>
          <a:p>
            <a:r>
              <a:rPr lang="zh-CN" altLang="zh-CN" dirty="0"/>
              <a:t>Constrained by the long cabin, the aft fuselage tapers sharply. This rapid volume drop creates strong over‑expansion at the aft‑body.</a:t>
            </a:r>
          </a:p>
          <a:p>
            <a:r>
              <a:rPr lang="zh-CN" altLang="zh-CN" dirty="0"/>
              <a:t>We extract the near‑field boom signature at three body lengths away.</a:t>
            </a:r>
          </a:p>
          <a:p>
            <a:r>
              <a:rPr lang="zh-CN" altLang="zh-CN" dirty="0"/>
              <a:t>We can see that SBWB produces a flat‑top forebody signature. This comes from its broader lift distribution and inherent volume‑lift coupling. that's also why we need integrated design method for SBWB.</a:t>
            </a:r>
          </a:p>
          <a:p>
            <a:r>
              <a:rPr lang="zh-CN" altLang="zh-CN" dirty="0"/>
              <a:t>Then we propagate this near‑field signature down to the ground, the undertrack boom reaches 105.7 PLdB — a level similar to Concorde.</a:t>
            </a:r>
          </a:p>
          <a:p>
            <a:endParaRPr lang="zh-CN" altLang="en-US" dirty="0"/>
          </a:p>
        </p:txBody>
      </p:sp>
      <p:sp>
        <p:nvSpPr>
          <p:cNvPr id="4" name="灯片编号占位符 3">
            <a:extLst>
              <a:ext uri="{FF2B5EF4-FFF2-40B4-BE49-F238E27FC236}">
                <a16:creationId xmlns:a16="http://schemas.microsoft.com/office/drawing/2014/main" id="{4A25EC9B-FF5C-B7EB-74FE-91E918582BEC}"/>
              </a:ext>
            </a:extLst>
          </p:cNvPr>
          <p:cNvSpPr>
            <a:spLocks noGrp="1"/>
          </p:cNvSpPr>
          <p:nvPr>
            <p:ph type="sldNum" sz="quarter" idx="5"/>
          </p:nvPr>
        </p:nvSpPr>
        <p:spPr/>
        <p:txBody>
          <a:bodyPr/>
          <a:lstStyle/>
          <a:p>
            <a:pPr>
              <a:defRPr/>
            </a:pPr>
            <a:fld id="{B7B05DEF-6DE7-4BF9-8DBB-FF904A788E50}" type="slidenum">
              <a:rPr lang="en-US" smtClean="0"/>
              <a:pPr>
                <a:defRPr/>
              </a:pPr>
              <a:t>13</a:t>
            </a:fld>
            <a:endParaRPr lang="en-US"/>
          </a:p>
        </p:txBody>
      </p:sp>
    </p:spTree>
    <p:extLst>
      <p:ext uri="{BB962C8B-B14F-4D97-AF65-F5344CB8AC3E}">
        <p14:creationId xmlns:p14="http://schemas.microsoft.com/office/powerpoint/2010/main" val="8666559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Next, the low-boom design, using the classical JSGD inverse design method on the full-aircraft parameterization.</a:t>
            </a:r>
          </a:p>
          <a:p>
            <a:r>
              <a:rPr lang="zh-CN" altLang="zh-CN" dirty="0"/>
              <a:t>After design, we get a new near‑field waveform, it has a strong nose shock and sloped mid‑waveform.</a:t>
            </a:r>
          </a:p>
          <a:p>
            <a:r>
              <a:rPr lang="zh-CN" altLang="zh-CN" dirty="0"/>
              <a:t>Propagation result shows that the ground sonic boom intensity is 99.2 PLdB. Compared with the baseline configuration, the boom level decreases by 6.5 PLdB. This indicates that the classical JSGD theory is still effective for the SBWB configuration.</a:t>
            </a:r>
          </a:p>
          <a:p>
            <a:r>
              <a:rPr lang="zh-CN" altLang="zh-CN" dirty="0"/>
              <a:t>However, the optimized configuration still maintains strong over‑expansion. From the ground waveform, aft‑body over‑expansion dominates the high sonic‑boom intensity.</a:t>
            </a:r>
          </a:p>
          <a:p>
            <a:endParaRPr lang="zh-CN" altLang="en-US" dirty="0"/>
          </a:p>
        </p:txBody>
      </p:sp>
      <p:sp>
        <p:nvSpPr>
          <p:cNvPr id="4" name="灯片编号占位符 3"/>
          <p:cNvSpPr>
            <a:spLocks noGrp="1"/>
          </p:cNvSpPr>
          <p:nvPr>
            <p:ph type="sldNum" sz="quarter" idx="5"/>
          </p:nvPr>
        </p:nvSpPr>
        <p:spPr/>
        <p:txBody>
          <a:bodyPr/>
          <a:lstStyle/>
          <a:p>
            <a:pPr>
              <a:defRPr/>
            </a:pPr>
            <a:fld id="{B7B05DEF-6DE7-4BF9-8DBB-FF904A788E50}" type="slidenum">
              <a:rPr lang="en-US" smtClean="0"/>
              <a:pPr>
                <a:defRPr/>
              </a:pPr>
              <a:t>14</a:t>
            </a:fld>
            <a:endParaRPr lang="en-US"/>
          </a:p>
        </p:txBody>
      </p:sp>
    </p:spTree>
    <p:extLst>
      <p:ext uri="{BB962C8B-B14F-4D97-AF65-F5344CB8AC3E}">
        <p14:creationId xmlns:p14="http://schemas.microsoft.com/office/powerpoint/2010/main" val="25305836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In previous low-boom design studies, those control surfaces like tail wing are generally used for regulating the aft-body waveform, we wondering if those components are also effective in SBWB.</a:t>
            </a:r>
          </a:p>
          <a:p>
            <a:r>
              <a:rPr lang="zh-CN" altLang="zh-CN" dirty="0"/>
              <a:t>We chose the winglets and V-tails because they are typical components usually adopted for BWB.</a:t>
            </a:r>
          </a:p>
          <a:p>
            <a:r>
              <a:rPr lang="zh-CN" altLang="zh-CN" dirty="0"/>
              <a:t>This shows the size and shape of the winglet and V-tail. </a:t>
            </a:r>
          </a:p>
          <a:p>
            <a:r>
              <a:rPr lang="zh-CN" altLang="zh-CN" dirty="0"/>
              <a:t>Without detailed flight mechanics analysis, its parameters are determined based on experience. </a:t>
            </a:r>
          </a:p>
          <a:p>
            <a:r>
              <a:rPr lang="zh-CN" altLang="zh-CN" dirty="0"/>
              <a:t>For the V-tail, its area is calculated according to pitch and lateral-directional moment requirements. </a:t>
            </a:r>
          </a:p>
          <a:p>
            <a:r>
              <a:rPr lang="zh-CN" altLang="zh-CN" dirty="0"/>
              <a:t>And a large sweep angle is specially designed to enhance its interference on the aft-body waveform.</a:t>
            </a:r>
          </a:p>
          <a:p>
            <a:endParaRPr lang="zh-CN" altLang="en-US" dirty="0"/>
          </a:p>
        </p:txBody>
      </p:sp>
      <p:sp>
        <p:nvSpPr>
          <p:cNvPr id="4" name="灯片编号占位符 3"/>
          <p:cNvSpPr>
            <a:spLocks noGrp="1"/>
          </p:cNvSpPr>
          <p:nvPr>
            <p:ph type="sldNum" sz="quarter" idx="5"/>
          </p:nvPr>
        </p:nvSpPr>
        <p:spPr/>
        <p:txBody>
          <a:bodyPr/>
          <a:lstStyle/>
          <a:p>
            <a:pPr>
              <a:defRPr/>
            </a:pPr>
            <a:fld id="{B7B05DEF-6DE7-4BF9-8DBB-FF904A788E50}" type="slidenum">
              <a:rPr lang="en-US" smtClean="0"/>
              <a:pPr>
                <a:defRPr/>
              </a:pPr>
              <a:t>15</a:t>
            </a:fld>
            <a:endParaRPr lang="en-US"/>
          </a:p>
        </p:txBody>
      </p:sp>
    </p:spTree>
    <p:extLst>
      <p:ext uri="{BB962C8B-B14F-4D97-AF65-F5344CB8AC3E}">
        <p14:creationId xmlns:p14="http://schemas.microsoft.com/office/powerpoint/2010/main" val="33929771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7A180-6C45-33D5-F055-618565DD627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717210D-EEDB-9FD1-840A-E45656E440B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40447C9-B3E4-5BAB-5181-300195337894}"/>
              </a:ext>
            </a:extLst>
          </p:cNvPr>
          <p:cNvSpPr>
            <a:spLocks noGrp="1"/>
          </p:cNvSpPr>
          <p:nvPr>
            <p:ph type="body" idx="1"/>
          </p:nvPr>
        </p:nvSpPr>
        <p:spPr/>
        <p:txBody>
          <a:bodyPr/>
          <a:lstStyle/>
          <a:p>
            <a:r>
              <a:rPr lang="zh-CN" altLang="zh-CN" dirty="0"/>
              <a:t>First, the winglets.</a:t>
            </a:r>
          </a:p>
          <a:p>
            <a:r>
              <a:rPr lang="zh-CN" altLang="zh-CN" dirty="0"/>
              <a:t>For the mechanism: the low pressure over the wing upper surface propagates to the aft-body via the wing-tip vortices, amplifying the aft-body over-expansion.</a:t>
            </a:r>
          </a:p>
          <a:p>
            <a:r>
              <a:rPr lang="zh-CN" altLang="zh-CN" dirty="0"/>
              <a:t>The winglets prevent this upper-surface low pressure from intruding onto the lower surface.</a:t>
            </a:r>
          </a:p>
          <a:p>
            <a:r>
              <a:rPr lang="zh-CN" altLang="zh-CN" dirty="0"/>
              <a:t>So the wingtip vortices are suppressed, and the over-expansion is mitigated.</a:t>
            </a:r>
          </a:p>
          <a:p>
            <a:endParaRPr lang="zh-CN" altLang="en-US" dirty="0"/>
          </a:p>
        </p:txBody>
      </p:sp>
      <p:sp>
        <p:nvSpPr>
          <p:cNvPr id="4" name="灯片编号占位符 3">
            <a:extLst>
              <a:ext uri="{FF2B5EF4-FFF2-40B4-BE49-F238E27FC236}">
                <a16:creationId xmlns:a16="http://schemas.microsoft.com/office/drawing/2014/main" id="{8ACD0887-27F3-04D9-29EE-2661C5F8C89C}"/>
              </a:ext>
            </a:extLst>
          </p:cNvPr>
          <p:cNvSpPr>
            <a:spLocks noGrp="1"/>
          </p:cNvSpPr>
          <p:nvPr>
            <p:ph type="sldNum" sz="quarter" idx="5"/>
          </p:nvPr>
        </p:nvSpPr>
        <p:spPr/>
        <p:txBody>
          <a:bodyPr/>
          <a:lstStyle/>
          <a:p>
            <a:pPr>
              <a:defRPr/>
            </a:pPr>
            <a:fld id="{B7B05DEF-6DE7-4BF9-8DBB-FF904A788E50}" type="slidenum">
              <a:rPr lang="en-US" smtClean="0"/>
              <a:pPr>
                <a:defRPr/>
              </a:pPr>
              <a:t>16</a:t>
            </a:fld>
            <a:endParaRPr lang="en-US"/>
          </a:p>
        </p:txBody>
      </p:sp>
    </p:spTree>
    <p:extLst>
      <p:ext uri="{BB962C8B-B14F-4D97-AF65-F5344CB8AC3E}">
        <p14:creationId xmlns:p14="http://schemas.microsoft.com/office/powerpoint/2010/main" val="37092731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Next, we install the V-tails.</a:t>
            </a:r>
          </a:p>
          <a:p>
            <a:r>
              <a:rPr lang="zh-CN" altLang="zh-CN" dirty="0"/>
              <a:t>From the pressure distribution, we can observe that shocks generated by the tail surfaces are shielded by the fuselage.</a:t>
            </a:r>
          </a:p>
          <a:p>
            <a:r>
              <a:rPr lang="zh-CN" altLang="zh-CN" dirty="0"/>
              <a:t>Comparing the near‑field signatures, we find the tail surfaces exert nearly no influence on the aft‑body wave system. This further demonstrates that most of the tail’s effect is shielded by the fuselage.</a:t>
            </a:r>
          </a:p>
          <a:p>
            <a:r>
              <a:rPr lang="zh-CN" altLang="zh-CN" dirty="0"/>
              <a:t>Althought V-tails have not show a effective influence in this case. but We must note that this is preliminary work, and the V-tail mechanisms are not systematically studied yet.</a:t>
            </a:r>
          </a:p>
          <a:p>
            <a:endParaRPr lang="zh-CN" altLang="en-US" dirty="0"/>
          </a:p>
        </p:txBody>
      </p:sp>
      <p:sp>
        <p:nvSpPr>
          <p:cNvPr id="4" name="灯片编号占位符 3"/>
          <p:cNvSpPr>
            <a:spLocks noGrp="1"/>
          </p:cNvSpPr>
          <p:nvPr>
            <p:ph type="sldNum" sz="quarter" idx="5"/>
          </p:nvPr>
        </p:nvSpPr>
        <p:spPr/>
        <p:txBody>
          <a:bodyPr/>
          <a:lstStyle/>
          <a:p>
            <a:pPr>
              <a:defRPr/>
            </a:pPr>
            <a:fld id="{B7B05DEF-6DE7-4BF9-8DBB-FF904A788E50}" type="slidenum">
              <a:rPr lang="en-US" smtClean="0"/>
              <a:pPr>
                <a:defRPr/>
              </a:pPr>
              <a:t>17</a:t>
            </a:fld>
            <a:endParaRPr lang="en-US"/>
          </a:p>
        </p:txBody>
      </p:sp>
    </p:spTree>
    <p:extLst>
      <p:ext uri="{BB962C8B-B14F-4D97-AF65-F5344CB8AC3E}">
        <p14:creationId xmlns:p14="http://schemas.microsoft.com/office/powerpoint/2010/main" val="3210619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Then, we install both components</a:t>
            </a:r>
          </a:p>
          <a:p>
            <a:r>
              <a:rPr lang="zh-CN" altLang="zh-CN" dirty="0"/>
              <a:t>The combined effect is not a simple superposition. The two components interfere with each other: the coupling further reduces the aft-body over-expansion, and the shock intensification from the winglets is also suppressed.</a:t>
            </a:r>
          </a:p>
          <a:p>
            <a:r>
              <a:rPr lang="zh-CN" altLang="zh-CN" dirty="0"/>
              <a:t>As the results show, the ground sonic boom intensity further reduced by 0.5 PLdB.</a:t>
            </a:r>
          </a:p>
          <a:p>
            <a:endParaRPr lang="zh-CN" altLang="en-US" dirty="0"/>
          </a:p>
          <a:p>
            <a:endParaRPr lang="zh-CN" altLang="en-US" dirty="0"/>
          </a:p>
        </p:txBody>
      </p:sp>
      <p:sp>
        <p:nvSpPr>
          <p:cNvPr id="4" name="灯片编号占位符 3"/>
          <p:cNvSpPr>
            <a:spLocks noGrp="1"/>
          </p:cNvSpPr>
          <p:nvPr>
            <p:ph type="sldNum" sz="quarter" idx="5"/>
          </p:nvPr>
        </p:nvSpPr>
        <p:spPr/>
        <p:txBody>
          <a:bodyPr/>
          <a:lstStyle/>
          <a:p>
            <a:pPr>
              <a:defRPr/>
            </a:pPr>
            <a:fld id="{B7B05DEF-6DE7-4BF9-8DBB-FF904A788E50}" type="slidenum">
              <a:rPr lang="en-US" smtClean="0"/>
              <a:pPr>
                <a:defRPr/>
              </a:pPr>
              <a:t>18</a:t>
            </a:fld>
            <a:endParaRPr lang="en-US"/>
          </a:p>
        </p:txBody>
      </p:sp>
    </p:spTree>
    <p:extLst>
      <p:ext uri="{BB962C8B-B14F-4D97-AF65-F5344CB8AC3E}">
        <p14:creationId xmlns:p14="http://schemas.microsoft.com/office/powerpoint/2010/main" val="21052420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To conclude</a:t>
            </a:r>
          </a:p>
          <a:p>
            <a:r>
              <a:rPr lang="zh-CN" altLang="zh-CN" dirty="0"/>
              <a:t>First, the SBWB cabin-conformal fuselage enlarges the low-boom design space.</a:t>
            </a:r>
          </a:p>
          <a:p>
            <a:r>
              <a:rPr lang="zh-CN" altLang="zh-CN" dirty="0"/>
              <a:t>Second, the classic JSGD method remains effective for sonic-boom reduction on the SBWB.</a:t>
            </a:r>
          </a:p>
          <a:p>
            <a:r>
              <a:rPr lang="zh-CN" altLang="zh-CN" dirty="0"/>
              <a:t>Third, winglets and V-tails enable the regulation of the aft-body over-expansion intensity.</a:t>
            </a:r>
          </a:p>
          <a:p>
            <a:r>
              <a:rPr lang="zh-CN" altLang="zh-CN" dirty="0"/>
              <a:t>For future work, we will explore canard for fore‑body waveform control, adopt tail shaping to mitigate the over-expansion on the aft‑body, and further extend the SBWB concept to supersonic business jet applications.</a:t>
            </a:r>
          </a:p>
          <a:p>
            <a:endParaRPr lang="zh-CN" altLang="en-US" dirty="0"/>
          </a:p>
          <a:p>
            <a:endParaRPr lang="zh-CN" altLang="en-US" dirty="0"/>
          </a:p>
        </p:txBody>
      </p:sp>
      <p:sp>
        <p:nvSpPr>
          <p:cNvPr id="4" name="灯片编号占位符 3"/>
          <p:cNvSpPr>
            <a:spLocks noGrp="1"/>
          </p:cNvSpPr>
          <p:nvPr>
            <p:ph type="sldNum" sz="quarter" idx="5"/>
          </p:nvPr>
        </p:nvSpPr>
        <p:spPr/>
        <p:txBody>
          <a:bodyPr/>
          <a:lstStyle/>
          <a:p>
            <a:pPr>
              <a:defRPr/>
            </a:pPr>
            <a:fld id="{B7B05DEF-6DE7-4BF9-8DBB-FF904A788E50}" type="slidenum">
              <a:rPr lang="en-US" smtClean="0"/>
              <a:pPr>
                <a:defRPr/>
              </a:pPr>
              <a:t>19</a:t>
            </a:fld>
            <a:endParaRPr lang="en-US"/>
          </a:p>
        </p:txBody>
      </p:sp>
    </p:spTree>
    <p:extLst>
      <p:ext uri="{BB962C8B-B14F-4D97-AF65-F5344CB8AC3E}">
        <p14:creationId xmlns:p14="http://schemas.microsoft.com/office/powerpoint/2010/main" val="15055062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dirty="0"/>
              <a:t>Thank you for your attention. </a:t>
            </a:r>
            <a:r>
              <a:rPr lang="zh-CN" altLang="zh-CN"/>
              <a:t>Questions are welcome!</a:t>
            </a:r>
          </a:p>
          <a:p>
            <a:endParaRPr lang="zh-CN" altLang="en-US" dirty="0"/>
          </a:p>
        </p:txBody>
      </p:sp>
      <p:sp>
        <p:nvSpPr>
          <p:cNvPr id="4" name="灯片编号占位符 3"/>
          <p:cNvSpPr>
            <a:spLocks noGrp="1"/>
          </p:cNvSpPr>
          <p:nvPr>
            <p:ph type="sldNum" sz="quarter" idx="5"/>
          </p:nvPr>
        </p:nvSpPr>
        <p:spPr/>
        <p:txBody>
          <a:bodyPr/>
          <a:lstStyle/>
          <a:p>
            <a:pPr>
              <a:defRPr/>
            </a:pPr>
            <a:fld id="{B7B05DEF-6DE7-4BF9-8DBB-FF904A788E50}" type="slidenum">
              <a:rPr lang="en-US" smtClean="0"/>
              <a:pPr>
                <a:defRPr/>
              </a:pPr>
              <a:t>20</a:t>
            </a:fld>
            <a:endParaRPr lang="en-US"/>
          </a:p>
        </p:txBody>
      </p:sp>
    </p:spTree>
    <p:extLst>
      <p:ext uri="{BB962C8B-B14F-4D97-AF65-F5344CB8AC3E}">
        <p14:creationId xmlns:p14="http://schemas.microsoft.com/office/powerpoint/2010/main" val="420808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normAutofit/>
          </a:bodyPr>
          <a:lstStyle>
            <a:lvl1pPr>
              <a:defRPr sz="2000"/>
            </a:lvl1pPr>
          </a:lstStyle>
          <a:p>
            <a:r>
              <a:rPr lang="de-DE" dirty="0"/>
              <a:t>SLIDE TITLE</a:t>
            </a:r>
          </a:p>
        </p:txBody>
      </p:sp>
      <p:sp>
        <p:nvSpPr>
          <p:cNvPr id="3" name="Inhaltsplatzhalter 2"/>
          <p:cNvSpPr>
            <a:spLocks noGrp="1"/>
          </p:cNvSpPr>
          <p:nvPr>
            <p:ph idx="1"/>
          </p:nvPr>
        </p:nvSpPr>
        <p:spPr/>
        <p:txBody>
          <a:bodyPr/>
          <a:lstStyle/>
          <a:p>
            <a:pPr lvl="0"/>
            <a:r>
              <a:rPr lang="en-US" dirty="0"/>
              <a:t>Click to edit Master text styles</a:t>
            </a:r>
          </a:p>
          <a:p>
            <a:pPr lvl="1"/>
            <a:r>
              <a:rPr lang="de-DE" dirty="0"/>
              <a:t>Second Level</a:t>
            </a:r>
          </a:p>
          <a:p>
            <a:pPr lvl="2"/>
            <a:r>
              <a:rPr lang="de-DE" dirty="0"/>
              <a:t>Third Level</a:t>
            </a:r>
          </a:p>
          <a:p>
            <a:pPr lvl="3"/>
            <a:r>
              <a:rPr lang="de-DE" dirty="0"/>
              <a:t>Fourth Level</a:t>
            </a:r>
          </a:p>
          <a:p>
            <a:pPr lvl="4"/>
            <a:r>
              <a:rPr lang="de-DE" dirty="0"/>
              <a:t>Fifth Level</a:t>
            </a:r>
          </a:p>
        </p:txBody>
      </p:sp>
      <p:sp>
        <p:nvSpPr>
          <p:cNvPr id="6" name="Foliennummernplatzhalter 5">
            <a:extLst>
              <a:ext uri="{FF2B5EF4-FFF2-40B4-BE49-F238E27FC236}">
                <a16:creationId xmlns:a16="http://schemas.microsoft.com/office/drawing/2014/main" id="{96ACD100-AA70-4635-9391-08174F38D1DB}"/>
              </a:ext>
            </a:extLst>
          </p:cNvPr>
          <p:cNvSpPr>
            <a:spLocks noGrp="1"/>
          </p:cNvSpPr>
          <p:nvPr>
            <p:ph type="sldNum" sz="quarter" idx="4"/>
          </p:nvPr>
        </p:nvSpPr>
        <p:spPr>
          <a:xfrm>
            <a:off x="8686800" y="4857750"/>
            <a:ext cx="338297"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87F8B100-9989-F34E-92F9-CB4946CF0D63}" type="slidenum">
              <a:rPr lang="de-DE" smtClean="0"/>
              <a:t>‹#›</a:t>
            </a:fld>
            <a:endParaRPr lang="de-DE" dirty="0"/>
          </a:p>
        </p:txBody>
      </p:sp>
    </p:spTree>
    <p:extLst>
      <p:ext uri="{BB962C8B-B14F-4D97-AF65-F5344CB8AC3E}">
        <p14:creationId xmlns:p14="http://schemas.microsoft.com/office/powerpoint/2010/main" val="9183084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TxTwoObj" preserve="1">
  <p:cSld name="Two Content">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normAutofit/>
          </a:bodyPr>
          <a:lstStyle>
            <a:lvl1pPr>
              <a:defRPr sz="2000"/>
            </a:lvl1pPr>
          </a:lstStyle>
          <a:p>
            <a:r>
              <a:rPr lang="de-DE" dirty="0"/>
              <a:t>SLIDE TITLE</a:t>
            </a:r>
          </a:p>
        </p:txBody>
      </p:sp>
      <p:sp>
        <p:nvSpPr>
          <p:cNvPr id="3" name="Textplatzhalter 2"/>
          <p:cNvSpPr>
            <a:spLocks noGrp="1"/>
          </p:cNvSpPr>
          <p:nvPr>
            <p:ph type="body" idx="1" hasCustomPrompt="1"/>
          </p:nvPr>
        </p:nvSpPr>
        <p:spPr>
          <a:xfrm>
            <a:off x="457200" y="802418"/>
            <a:ext cx="4040188"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dirty="0"/>
              <a:t>Subtitle</a:t>
            </a:r>
          </a:p>
        </p:txBody>
      </p:sp>
      <p:sp>
        <p:nvSpPr>
          <p:cNvPr id="4" name="Inhaltsplatzhalter 3"/>
          <p:cNvSpPr>
            <a:spLocks noGrp="1"/>
          </p:cNvSpPr>
          <p:nvPr>
            <p:ph sz="half" idx="2"/>
          </p:nvPr>
        </p:nvSpPr>
        <p:spPr>
          <a:xfrm>
            <a:off x="457200" y="1282240"/>
            <a:ext cx="4040188" cy="3312382"/>
          </a:xfrm>
        </p:spPr>
        <p:txBody>
          <a:bodyPr>
            <a:normAutofit/>
          </a:bodyPr>
          <a:lstStyle>
            <a:lvl1pPr>
              <a:defRPr sz="1400"/>
            </a:lvl1pPr>
            <a:lvl2pPr>
              <a:defRPr sz="14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dirty="0"/>
              <a:t>Click to edit Master text styles</a:t>
            </a:r>
          </a:p>
          <a:p>
            <a:pPr lvl="1"/>
            <a:r>
              <a:rPr lang="de-DE" dirty="0"/>
              <a:t>Second Level</a:t>
            </a:r>
          </a:p>
          <a:p>
            <a:pPr lvl="2"/>
            <a:r>
              <a:rPr lang="de-DE" dirty="0"/>
              <a:t>Third Level</a:t>
            </a:r>
          </a:p>
          <a:p>
            <a:pPr lvl="3"/>
            <a:r>
              <a:rPr lang="de-DE" dirty="0"/>
              <a:t>Fourth Level</a:t>
            </a:r>
          </a:p>
          <a:p>
            <a:pPr lvl="4"/>
            <a:r>
              <a:rPr lang="de-DE" dirty="0"/>
              <a:t>Fifth Level</a:t>
            </a:r>
          </a:p>
        </p:txBody>
      </p:sp>
      <p:sp>
        <p:nvSpPr>
          <p:cNvPr id="5" name="Textplatzhalter 4"/>
          <p:cNvSpPr>
            <a:spLocks noGrp="1"/>
          </p:cNvSpPr>
          <p:nvPr>
            <p:ph type="body" sz="quarter" idx="3" hasCustomPrompt="1"/>
          </p:nvPr>
        </p:nvSpPr>
        <p:spPr>
          <a:xfrm>
            <a:off x="4645026" y="802418"/>
            <a:ext cx="4041775"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dirty="0"/>
              <a:t>Subtitle</a:t>
            </a:r>
          </a:p>
        </p:txBody>
      </p:sp>
      <p:sp>
        <p:nvSpPr>
          <p:cNvPr id="6" name="Inhaltsplatzhalter 5"/>
          <p:cNvSpPr>
            <a:spLocks noGrp="1"/>
          </p:cNvSpPr>
          <p:nvPr>
            <p:ph sz="quarter" idx="4"/>
          </p:nvPr>
        </p:nvSpPr>
        <p:spPr>
          <a:xfrm>
            <a:off x="4645026" y="1282240"/>
            <a:ext cx="4041775" cy="3312382"/>
          </a:xfrm>
        </p:spPr>
        <p:txBody>
          <a:bodyPr>
            <a:normAutofit/>
          </a:bodyPr>
          <a:lstStyle>
            <a:lvl1pPr>
              <a:defRPr sz="1400"/>
            </a:lvl1pPr>
            <a:lvl2pPr>
              <a:defRPr sz="14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dirty="0"/>
              <a:t>Click to edit Master text styles</a:t>
            </a:r>
          </a:p>
          <a:p>
            <a:pPr lvl="1"/>
            <a:r>
              <a:rPr lang="de-DE" dirty="0"/>
              <a:t>Second Level</a:t>
            </a:r>
          </a:p>
          <a:p>
            <a:pPr lvl="2"/>
            <a:r>
              <a:rPr lang="de-DE" dirty="0"/>
              <a:t>Third Level</a:t>
            </a:r>
          </a:p>
          <a:p>
            <a:pPr lvl="3"/>
            <a:r>
              <a:rPr lang="de-DE" dirty="0"/>
              <a:t>Fourth Level</a:t>
            </a:r>
          </a:p>
          <a:p>
            <a:pPr lvl="4"/>
            <a:r>
              <a:rPr lang="de-DE" dirty="0"/>
              <a:t>Fifth Level</a:t>
            </a:r>
          </a:p>
        </p:txBody>
      </p:sp>
      <p:sp>
        <p:nvSpPr>
          <p:cNvPr id="9" name="Foliennummernplatzhalter 8"/>
          <p:cNvSpPr>
            <a:spLocks noGrp="1"/>
          </p:cNvSpPr>
          <p:nvPr>
            <p:ph type="sldNum" sz="quarter" idx="12"/>
          </p:nvPr>
        </p:nvSpPr>
        <p:spPr/>
        <p:txBody>
          <a:bodyPr/>
          <a:lstStyle/>
          <a:p>
            <a:fld id="{87F8B100-9989-F34E-92F9-CB4946CF0D63}" type="slidenum">
              <a:rPr lang="de-DE" smtClean="0"/>
              <a:t>‹#›</a:t>
            </a:fld>
            <a:endParaRPr lang="de-DE"/>
          </a:p>
        </p:txBody>
      </p:sp>
    </p:spTree>
    <p:extLst>
      <p:ext uri="{BB962C8B-B14F-4D97-AF65-F5344CB8AC3E}">
        <p14:creationId xmlns:p14="http://schemas.microsoft.com/office/powerpoint/2010/main" val="8457989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_2">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normAutofit/>
          </a:bodyPr>
          <a:lstStyle>
            <a:lvl1pPr>
              <a:defRPr sz="2000"/>
            </a:lvl1pPr>
          </a:lstStyle>
          <a:p>
            <a:r>
              <a:rPr lang="de-DE" dirty="0"/>
              <a:t>SLIDE TITLE</a:t>
            </a:r>
          </a:p>
        </p:txBody>
      </p:sp>
      <p:sp>
        <p:nvSpPr>
          <p:cNvPr id="3" name="Inhaltsplatzhalter 2"/>
          <p:cNvSpPr>
            <a:spLocks noGrp="1"/>
          </p:cNvSpPr>
          <p:nvPr>
            <p:ph sz="half" idx="1"/>
          </p:nvPr>
        </p:nvSpPr>
        <p:spPr>
          <a:xfrm>
            <a:off x="457200" y="908384"/>
            <a:ext cx="4038600" cy="3686239"/>
          </a:xfrm>
        </p:spPr>
        <p:txBody>
          <a:bodyPr>
            <a:normAutofit/>
          </a:bodyPr>
          <a:lstStyle>
            <a:lvl1pPr>
              <a:defRPr sz="1600"/>
            </a:lvl1pPr>
            <a:lvl2pPr>
              <a:defRPr sz="1600"/>
            </a:lvl2pPr>
            <a:lvl3pPr>
              <a:defRPr sz="1600"/>
            </a:lvl3pPr>
            <a:lvl4pPr>
              <a:defRPr sz="1600"/>
            </a:lvl4pPr>
            <a:lvl5pPr>
              <a:defRPr sz="1600"/>
            </a:lvl5pPr>
            <a:lvl6pPr>
              <a:defRPr sz="1350"/>
            </a:lvl6pPr>
            <a:lvl7pPr>
              <a:defRPr sz="1350"/>
            </a:lvl7pPr>
            <a:lvl8pPr>
              <a:defRPr sz="1350"/>
            </a:lvl8pPr>
            <a:lvl9pPr>
              <a:defRPr sz="1350"/>
            </a:lvl9pPr>
          </a:lstStyle>
          <a:p>
            <a:pPr lvl="0"/>
            <a:r>
              <a:rPr lang="en-US" dirty="0"/>
              <a:t>Click to edit Master text styles</a:t>
            </a:r>
          </a:p>
          <a:p>
            <a:pPr lvl="1"/>
            <a:r>
              <a:rPr lang="de-DE" dirty="0"/>
              <a:t>Second Level</a:t>
            </a:r>
          </a:p>
          <a:p>
            <a:pPr lvl="2"/>
            <a:r>
              <a:rPr lang="de-DE" dirty="0"/>
              <a:t>Third Level</a:t>
            </a:r>
          </a:p>
          <a:p>
            <a:pPr lvl="3"/>
            <a:r>
              <a:rPr lang="de-DE" dirty="0"/>
              <a:t>Fourth Level</a:t>
            </a:r>
          </a:p>
          <a:p>
            <a:pPr lvl="4"/>
            <a:r>
              <a:rPr lang="de-DE" dirty="0"/>
              <a:t>Fifth Level</a:t>
            </a:r>
          </a:p>
        </p:txBody>
      </p:sp>
      <p:sp>
        <p:nvSpPr>
          <p:cNvPr id="4" name="Inhaltsplatzhalter 3"/>
          <p:cNvSpPr>
            <a:spLocks noGrp="1"/>
          </p:cNvSpPr>
          <p:nvPr>
            <p:ph sz="half" idx="2"/>
          </p:nvPr>
        </p:nvSpPr>
        <p:spPr>
          <a:xfrm>
            <a:off x="4648200" y="908384"/>
            <a:ext cx="4038600" cy="3686239"/>
          </a:xfrm>
        </p:spPr>
        <p:txBody>
          <a:bodyPr>
            <a:normAutofit/>
          </a:bodyPr>
          <a:lstStyle>
            <a:lvl1pPr>
              <a:defRPr sz="1600"/>
            </a:lvl1pPr>
            <a:lvl2pPr>
              <a:defRPr sz="1600"/>
            </a:lvl2pPr>
            <a:lvl3pPr>
              <a:defRPr sz="1600"/>
            </a:lvl3pPr>
            <a:lvl4pPr>
              <a:defRPr sz="1600"/>
            </a:lvl4pPr>
            <a:lvl5pPr>
              <a:defRPr sz="1600"/>
            </a:lvl5pPr>
            <a:lvl6pPr>
              <a:defRPr sz="1350"/>
            </a:lvl6pPr>
            <a:lvl7pPr>
              <a:defRPr sz="1350"/>
            </a:lvl7pPr>
            <a:lvl8pPr>
              <a:defRPr sz="1350"/>
            </a:lvl8pPr>
            <a:lvl9pPr>
              <a:defRPr sz="1350"/>
            </a:lvl9pPr>
          </a:lstStyle>
          <a:p>
            <a:pPr lvl="0"/>
            <a:r>
              <a:rPr lang="en-US" dirty="0"/>
              <a:t>Click to edit Master text styles</a:t>
            </a:r>
          </a:p>
          <a:p>
            <a:pPr lvl="1"/>
            <a:r>
              <a:rPr lang="de-DE" dirty="0"/>
              <a:t>Second Level</a:t>
            </a:r>
          </a:p>
          <a:p>
            <a:pPr lvl="2"/>
            <a:r>
              <a:rPr lang="de-DE" dirty="0"/>
              <a:t>Third Level</a:t>
            </a:r>
          </a:p>
          <a:p>
            <a:pPr lvl="3"/>
            <a:r>
              <a:rPr lang="de-DE" dirty="0"/>
              <a:t>Fourth Level</a:t>
            </a:r>
          </a:p>
          <a:p>
            <a:pPr lvl="4"/>
            <a:r>
              <a:rPr lang="de-DE" dirty="0"/>
              <a:t>Fifth Level</a:t>
            </a:r>
          </a:p>
        </p:txBody>
      </p:sp>
      <p:sp>
        <p:nvSpPr>
          <p:cNvPr id="7" name="Foliennummernplatzhalter 6"/>
          <p:cNvSpPr>
            <a:spLocks noGrp="1"/>
          </p:cNvSpPr>
          <p:nvPr>
            <p:ph type="sldNum" sz="quarter" idx="12"/>
          </p:nvPr>
        </p:nvSpPr>
        <p:spPr/>
        <p:txBody>
          <a:bodyPr/>
          <a:lstStyle/>
          <a:p>
            <a:fld id="{87F8B100-9989-F34E-92F9-CB4946CF0D63}" type="slidenum">
              <a:rPr lang="de-DE" smtClean="0"/>
              <a:t>‹#›</a:t>
            </a:fld>
            <a:endParaRPr lang="de-DE" dirty="0"/>
          </a:p>
        </p:txBody>
      </p:sp>
    </p:spTree>
    <p:extLst>
      <p:ext uri="{BB962C8B-B14F-4D97-AF65-F5344CB8AC3E}">
        <p14:creationId xmlns:p14="http://schemas.microsoft.com/office/powerpoint/2010/main" val="39723262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normAutofit/>
          </a:bodyPr>
          <a:lstStyle>
            <a:lvl1pPr>
              <a:defRPr sz="2000"/>
            </a:lvl1pPr>
          </a:lstStyle>
          <a:p>
            <a:r>
              <a:rPr lang="de-DE" dirty="0"/>
              <a:t>SLIDE TITLE</a:t>
            </a:r>
          </a:p>
        </p:txBody>
      </p:sp>
      <p:sp>
        <p:nvSpPr>
          <p:cNvPr id="6" name="Foliennummernplatzhalter 5">
            <a:extLst>
              <a:ext uri="{FF2B5EF4-FFF2-40B4-BE49-F238E27FC236}">
                <a16:creationId xmlns:a16="http://schemas.microsoft.com/office/drawing/2014/main" id="{96ACD100-AA70-4635-9391-08174F38D1DB}"/>
              </a:ext>
            </a:extLst>
          </p:cNvPr>
          <p:cNvSpPr>
            <a:spLocks noGrp="1"/>
          </p:cNvSpPr>
          <p:nvPr>
            <p:ph type="sldNum" sz="quarter" idx="4"/>
          </p:nvPr>
        </p:nvSpPr>
        <p:spPr>
          <a:xfrm>
            <a:off x="8686800" y="4857750"/>
            <a:ext cx="338297"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87F8B100-9989-F34E-92F9-CB4946CF0D63}" type="slidenum">
              <a:rPr lang="de-DE" smtClean="0"/>
              <a:t>‹#›</a:t>
            </a:fld>
            <a:endParaRPr lang="de-DE" dirty="0"/>
          </a:p>
        </p:txBody>
      </p:sp>
    </p:spTree>
    <p:extLst>
      <p:ext uri="{BB962C8B-B14F-4D97-AF65-F5344CB8AC3E}">
        <p14:creationId xmlns:p14="http://schemas.microsoft.com/office/powerpoint/2010/main" val="2692944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Blank canvas">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96ACD100-AA70-4635-9391-08174F38D1DB}"/>
              </a:ext>
            </a:extLst>
          </p:cNvPr>
          <p:cNvSpPr>
            <a:spLocks noGrp="1"/>
          </p:cNvSpPr>
          <p:nvPr>
            <p:ph type="sldNum" sz="quarter" idx="4"/>
          </p:nvPr>
        </p:nvSpPr>
        <p:spPr>
          <a:xfrm>
            <a:off x="8686800" y="4857750"/>
            <a:ext cx="338297"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87F8B100-9989-F34E-92F9-CB4946CF0D63}" type="slidenum">
              <a:rPr lang="de-DE" smtClean="0"/>
              <a:t>‹#›</a:t>
            </a:fld>
            <a:endParaRPr lang="de-DE" dirty="0"/>
          </a:p>
        </p:txBody>
      </p:sp>
    </p:spTree>
    <p:extLst>
      <p:ext uri="{BB962C8B-B14F-4D97-AF65-F5344CB8AC3E}">
        <p14:creationId xmlns:p14="http://schemas.microsoft.com/office/powerpoint/2010/main" val="39800440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normAutofit/>
          </a:bodyPr>
          <a:lstStyle>
            <a:lvl1pPr>
              <a:defRPr sz="2000"/>
            </a:lvl1pPr>
          </a:lstStyle>
          <a:p>
            <a:r>
              <a:rPr lang="de-DE" dirty="0"/>
              <a:t>SLIDE TITLE</a:t>
            </a:r>
          </a:p>
        </p:txBody>
      </p:sp>
      <p:sp>
        <p:nvSpPr>
          <p:cNvPr id="3" name="Inhaltsplatzhalter 2"/>
          <p:cNvSpPr>
            <a:spLocks noGrp="1"/>
          </p:cNvSpPr>
          <p:nvPr>
            <p:ph idx="1"/>
          </p:nvPr>
        </p:nvSpPr>
        <p:spPr/>
        <p:txBody>
          <a:bodyPr/>
          <a:lstStyle/>
          <a:p>
            <a:pPr lvl="0"/>
            <a:r>
              <a:rPr lang="en-US" dirty="0"/>
              <a:t>Click to edit Master text styles</a:t>
            </a:r>
          </a:p>
          <a:p>
            <a:pPr lvl="1"/>
            <a:r>
              <a:rPr lang="de-DE" dirty="0"/>
              <a:t>Second Level</a:t>
            </a:r>
          </a:p>
          <a:p>
            <a:pPr lvl="2"/>
            <a:r>
              <a:rPr lang="de-DE" dirty="0"/>
              <a:t>Third Level</a:t>
            </a:r>
          </a:p>
          <a:p>
            <a:pPr lvl="3"/>
            <a:r>
              <a:rPr lang="de-DE" dirty="0"/>
              <a:t>Fourth Level</a:t>
            </a:r>
          </a:p>
          <a:p>
            <a:pPr lvl="4"/>
            <a:r>
              <a:rPr lang="de-DE" dirty="0"/>
              <a:t>Fifth Level</a:t>
            </a:r>
          </a:p>
        </p:txBody>
      </p:sp>
      <p:sp>
        <p:nvSpPr>
          <p:cNvPr id="6" name="Foliennummernplatzhalter 5">
            <a:extLst>
              <a:ext uri="{FF2B5EF4-FFF2-40B4-BE49-F238E27FC236}">
                <a16:creationId xmlns:a16="http://schemas.microsoft.com/office/drawing/2014/main" id="{96ACD100-AA70-4635-9391-08174F38D1DB}"/>
              </a:ext>
            </a:extLst>
          </p:cNvPr>
          <p:cNvSpPr>
            <a:spLocks noGrp="1"/>
          </p:cNvSpPr>
          <p:nvPr>
            <p:ph type="sldNum" sz="quarter" idx="4"/>
          </p:nvPr>
        </p:nvSpPr>
        <p:spPr>
          <a:xfrm>
            <a:off x="8686800" y="4857750"/>
            <a:ext cx="338297"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87F8B100-9989-F34E-92F9-CB4946CF0D63}" type="slidenum">
              <a:rPr lang="de-DE" smtClean="0"/>
              <a:t>‹#›</a:t>
            </a:fld>
            <a:endParaRPr lang="de-DE" dirty="0"/>
          </a:p>
        </p:txBody>
      </p:sp>
    </p:spTree>
    <p:extLst>
      <p:ext uri="{BB962C8B-B14F-4D97-AF65-F5344CB8AC3E}">
        <p14:creationId xmlns:p14="http://schemas.microsoft.com/office/powerpoint/2010/main" val="17760298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Two Content">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normAutofit/>
          </a:bodyPr>
          <a:lstStyle>
            <a:lvl1pPr>
              <a:defRPr sz="2000"/>
            </a:lvl1pPr>
          </a:lstStyle>
          <a:p>
            <a:r>
              <a:rPr lang="de-DE" dirty="0"/>
              <a:t>SLIDE TITLE</a:t>
            </a:r>
          </a:p>
        </p:txBody>
      </p:sp>
      <p:sp>
        <p:nvSpPr>
          <p:cNvPr id="3" name="Textplatzhalter 2"/>
          <p:cNvSpPr>
            <a:spLocks noGrp="1"/>
          </p:cNvSpPr>
          <p:nvPr>
            <p:ph type="body" idx="1" hasCustomPrompt="1"/>
          </p:nvPr>
        </p:nvSpPr>
        <p:spPr>
          <a:xfrm>
            <a:off x="457200" y="802418"/>
            <a:ext cx="4040188"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dirty="0"/>
              <a:t>Subtitle</a:t>
            </a:r>
          </a:p>
        </p:txBody>
      </p:sp>
      <p:sp>
        <p:nvSpPr>
          <p:cNvPr id="4" name="Inhaltsplatzhalter 3"/>
          <p:cNvSpPr>
            <a:spLocks noGrp="1"/>
          </p:cNvSpPr>
          <p:nvPr>
            <p:ph sz="half" idx="2"/>
          </p:nvPr>
        </p:nvSpPr>
        <p:spPr>
          <a:xfrm>
            <a:off x="457200" y="1282240"/>
            <a:ext cx="4040188" cy="3312382"/>
          </a:xfrm>
        </p:spPr>
        <p:txBody>
          <a:bodyPr>
            <a:normAutofit/>
          </a:bodyPr>
          <a:lstStyle>
            <a:lvl1pPr>
              <a:defRPr sz="1400"/>
            </a:lvl1pPr>
            <a:lvl2pPr>
              <a:defRPr sz="14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dirty="0"/>
              <a:t>Click to edit Master text styles</a:t>
            </a:r>
          </a:p>
          <a:p>
            <a:pPr lvl="1"/>
            <a:r>
              <a:rPr lang="de-DE" dirty="0"/>
              <a:t>Second Level</a:t>
            </a:r>
          </a:p>
          <a:p>
            <a:pPr lvl="2"/>
            <a:r>
              <a:rPr lang="de-DE" dirty="0"/>
              <a:t>Third Level</a:t>
            </a:r>
          </a:p>
          <a:p>
            <a:pPr lvl="3"/>
            <a:r>
              <a:rPr lang="de-DE" dirty="0"/>
              <a:t>Fourth Level</a:t>
            </a:r>
          </a:p>
          <a:p>
            <a:pPr lvl="4"/>
            <a:r>
              <a:rPr lang="de-DE" dirty="0"/>
              <a:t>Fifth Level</a:t>
            </a:r>
          </a:p>
        </p:txBody>
      </p:sp>
      <p:sp>
        <p:nvSpPr>
          <p:cNvPr id="5" name="Textplatzhalter 4"/>
          <p:cNvSpPr>
            <a:spLocks noGrp="1"/>
          </p:cNvSpPr>
          <p:nvPr>
            <p:ph type="body" sz="quarter" idx="3" hasCustomPrompt="1"/>
          </p:nvPr>
        </p:nvSpPr>
        <p:spPr>
          <a:xfrm>
            <a:off x="4645026" y="802418"/>
            <a:ext cx="4041775"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dirty="0"/>
              <a:t>Subtitle</a:t>
            </a:r>
          </a:p>
        </p:txBody>
      </p:sp>
      <p:sp>
        <p:nvSpPr>
          <p:cNvPr id="6" name="Inhaltsplatzhalter 5"/>
          <p:cNvSpPr>
            <a:spLocks noGrp="1"/>
          </p:cNvSpPr>
          <p:nvPr>
            <p:ph sz="quarter" idx="4"/>
          </p:nvPr>
        </p:nvSpPr>
        <p:spPr>
          <a:xfrm>
            <a:off x="4645026" y="1282240"/>
            <a:ext cx="4041775" cy="3312382"/>
          </a:xfrm>
        </p:spPr>
        <p:txBody>
          <a:bodyPr>
            <a:normAutofit/>
          </a:bodyPr>
          <a:lstStyle>
            <a:lvl1pPr>
              <a:defRPr sz="1400"/>
            </a:lvl1pPr>
            <a:lvl2pPr>
              <a:defRPr sz="14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dirty="0"/>
              <a:t>Click to edit Master text styles</a:t>
            </a:r>
          </a:p>
          <a:p>
            <a:pPr lvl="1"/>
            <a:r>
              <a:rPr lang="de-DE" dirty="0"/>
              <a:t>Second Level</a:t>
            </a:r>
          </a:p>
          <a:p>
            <a:pPr lvl="2"/>
            <a:r>
              <a:rPr lang="de-DE" dirty="0"/>
              <a:t>Third Level</a:t>
            </a:r>
          </a:p>
          <a:p>
            <a:pPr lvl="3"/>
            <a:r>
              <a:rPr lang="de-DE" dirty="0"/>
              <a:t>Fourth Level</a:t>
            </a:r>
          </a:p>
          <a:p>
            <a:pPr lvl="4"/>
            <a:r>
              <a:rPr lang="de-DE" dirty="0"/>
              <a:t>Fifth Level</a:t>
            </a:r>
          </a:p>
        </p:txBody>
      </p:sp>
      <p:sp>
        <p:nvSpPr>
          <p:cNvPr id="9" name="Foliennummernplatzhalter 8"/>
          <p:cNvSpPr>
            <a:spLocks noGrp="1"/>
          </p:cNvSpPr>
          <p:nvPr>
            <p:ph type="sldNum" sz="quarter" idx="12"/>
          </p:nvPr>
        </p:nvSpPr>
        <p:spPr/>
        <p:txBody>
          <a:bodyPr/>
          <a:lstStyle/>
          <a:p>
            <a:fld id="{87F8B100-9989-F34E-92F9-CB4946CF0D63}" type="slidenum">
              <a:rPr lang="de-DE" smtClean="0"/>
              <a:t>‹#›</a:t>
            </a:fld>
            <a:endParaRPr lang="de-DE"/>
          </a:p>
        </p:txBody>
      </p:sp>
    </p:spTree>
    <p:extLst>
      <p:ext uri="{BB962C8B-B14F-4D97-AF65-F5344CB8AC3E}">
        <p14:creationId xmlns:p14="http://schemas.microsoft.com/office/powerpoint/2010/main" val="14102842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_2">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normAutofit/>
          </a:bodyPr>
          <a:lstStyle>
            <a:lvl1pPr>
              <a:defRPr sz="2000"/>
            </a:lvl1pPr>
          </a:lstStyle>
          <a:p>
            <a:r>
              <a:rPr lang="de-DE" dirty="0"/>
              <a:t>SLIDE TITLE</a:t>
            </a:r>
          </a:p>
        </p:txBody>
      </p:sp>
      <p:sp>
        <p:nvSpPr>
          <p:cNvPr id="3" name="Inhaltsplatzhalter 2"/>
          <p:cNvSpPr>
            <a:spLocks noGrp="1"/>
          </p:cNvSpPr>
          <p:nvPr>
            <p:ph sz="half" idx="1"/>
          </p:nvPr>
        </p:nvSpPr>
        <p:spPr>
          <a:xfrm>
            <a:off x="457200" y="908384"/>
            <a:ext cx="4038600" cy="3686239"/>
          </a:xfrm>
        </p:spPr>
        <p:txBody>
          <a:bodyPr>
            <a:normAutofit/>
          </a:bodyPr>
          <a:lstStyle>
            <a:lvl1pPr>
              <a:defRPr sz="1600"/>
            </a:lvl1pPr>
            <a:lvl2pPr>
              <a:defRPr sz="1600"/>
            </a:lvl2pPr>
            <a:lvl3pPr>
              <a:defRPr sz="1600"/>
            </a:lvl3pPr>
            <a:lvl4pPr>
              <a:defRPr sz="1600"/>
            </a:lvl4pPr>
            <a:lvl5pPr>
              <a:defRPr sz="1600"/>
            </a:lvl5pPr>
            <a:lvl6pPr>
              <a:defRPr sz="1350"/>
            </a:lvl6pPr>
            <a:lvl7pPr>
              <a:defRPr sz="1350"/>
            </a:lvl7pPr>
            <a:lvl8pPr>
              <a:defRPr sz="1350"/>
            </a:lvl8pPr>
            <a:lvl9pPr>
              <a:defRPr sz="1350"/>
            </a:lvl9pPr>
          </a:lstStyle>
          <a:p>
            <a:pPr lvl="0"/>
            <a:r>
              <a:rPr lang="en-US" dirty="0"/>
              <a:t>Click to edit Master text styles</a:t>
            </a:r>
          </a:p>
          <a:p>
            <a:pPr lvl="1"/>
            <a:r>
              <a:rPr lang="de-DE" dirty="0"/>
              <a:t>Second Level</a:t>
            </a:r>
          </a:p>
          <a:p>
            <a:pPr lvl="2"/>
            <a:r>
              <a:rPr lang="de-DE" dirty="0"/>
              <a:t>Third Level</a:t>
            </a:r>
          </a:p>
          <a:p>
            <a:pPr lvl="3"/>
            <a:r>
              <a:rPr lang="de-DE" dirty="0"/>
              <a:t>Fourth Level</a:t>
            </a:r>
          </a:p>
          <a:p>
            <a:pPr lvl="4"/>
            <a:r>
              <a:rPr lang="de-DE" dirty="0"/>
              <a:t>Fifth Level</a:t>
            </a:r>
          </a:p>
        </p:txBody>
      </p:sp>
      <p:sp>
        <p:nvSpPr>
          <p:cNvPr id="4" name="Inhaltsplatzhalter 3"/>
          <p:cNvSpPr>
            <a:spLocks noGrp="1"/>
          </p:cNvSpPr>
          <p:nvPr>
            <p:ph sz="half" idx="2"/>
          </p:nvPr>
        </p:nvSpPr>
        <p:spPr>
          <a:xfrm>
            <a:off x="4648200" y="908384"/>
            <a:ext cx="4038600" cy="3686239"/>
          </a:xfrm>
        </p:spPr>
        <p:txBody>
          <a:bodyPr>
            <a:normAutofit/>
          </a:bodyPr>
          <a:lstStyle>
            <a:lvl1pPr>
              <a:defRPr sz="1600"/>
            </a:lvl1pPr>
            <a:lvl2pPr>
              <a:defRPr sz="1600"/>
            </a:lvl2pPr>
            <a:lvl3pPr>
              <a:defRPr sz="1600"/>
            </a:lvl3pPr>
            <a:lvl4pPr>
              <a:defRPr sz="1600"/>
            </a:lvl4pPr>
            <a:lvl5pPr>
              <a:defRPr sz="1600"/>
            </a:lvl5pPr>
            <a:lvl6pPr>
              <a:defRPr sz="1350"/>
            </a:lvl6pPr>
            <a:lvl7pPr>
              <a:defRPr sz="1350"/>
            </a:lvl7pPr>
            <a:lvl8pPr>
              <a:defRPr sz="1350"/>
            </a:lvl8pPr>
            <a:lvl9pPr>
              <a:defRPr sz="1350"/>
            </a:lvl9pPr>
          </a:lstStyle>
          <a:p>
            <a:pPr lvl="0"/>
            <a:r>
              <a:rPr lang="en-US" dirty="0"/>
              <a:t>Click to edit Master text styles</a:t>
            </a:r>
          </a:p>
          <a:p>
            <a:pPr lvl="1"/>
            <a:r>
              <a:rPr lang="de-DE" dirty="0"/>
              <a:t>Second Level</a:t>
            </a:r>
          </a:p>
          <a:p>
            <a:pPr lvl="2"/>
            <a:r>
              <a:rPr lang="de-DE" dirty="0"/>
              <a:t>Third Level</a:t>
            </a:r>
          </a:p>
          <a:p>
            <a:pPr lvl="3"/>
            <a:r>
              <a:rPr lang="de-DE" dirty="0"/>
              <a:t>Fourth Level</a:t>
            </a:r>
          </a:p>
          <a:p>
            <a:pPr lvl="4"/>
            <a:r>
              <a:rPr lang="de-DE" dirty="0"/>
              <a:t>Fifth Level</a:t>
            </a:r>
          </a:p>
        </p:txBody>
      </p:sp>
      <p:sp>
        <p:nvSpPr>
          <p:cNvPr id="7" name="Foliennummernplatzhalter 6"/>
          <p:cNvSpPr>
            <a:spLocks noGrp="1"/>
          </p:cNvSpPr>
          <p:nvPr>
            <p:ph type="sldNum" sz="quarter" idx="12"/>
          </p:nvPr>
        </p:nvSpPr>
        <p:spPr/>
        <p:txBody>
          <a:bodyPr/>
          <a:lstStyle/>
          <a:p>
            <a:fld id="{87F8B100-9989-F34E-92F9-CB4946CF0D63}" type="slidenum">
              <a:rPr lang="de-DE" smtClean="0"/>
              <a:t>‹#›</a:t>
            </a:fld>
            <a:endParaRPr lang="de-DE" dirty="0"/>
          </a:p>
        </p:txBody>
      </p:sp>
    </p:spTree>
    <p:extLst>
      <p:ext uri="{BB962C8B-B14F-4D97-AF65-F5344CB8AC3E}">
        <p14:creationId xmlns:p14="http://schemas.microsoft.com/office/powerpoint/2010/main" val="10025508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normAutofit/>
          </a:bodyPr>
          <a:lstStyle>
            <a:lvl1pPr>
              <a:defRPr sz="2000"/>
            </a:lvl1pPr>
          </a:lstStyle>
          <a:p>
            <a:r>
              <a:rPr lang="de-DE" dirty="0"/>
              <a:t>SLIDE TITLE</a:t>
            </a:r>
          </a:p>
        </p:txBody>
      </p:sp>
      <p:sp>
        <p:nvSpPr>
          <p:cNvPr id="6" name="Foliennummernplatzhalter 5">
            <a:extLst>
              <a:ext uri="{FF2B5EF4-FFF2-40B4-BE49-F238E27FC236}">
                <a16:creationId xmlns:a16="http://schemas.microsoft.com/office/drawing/2014/main" id="{96ACD100-AA70-4635-9391-08174F38D1DB}"/>
              </a:ext>
            </a:extLst>
          </p:cNvPr>
          <p:cNvSpPr>
            <a:spLocks noGrp="1"/>
          </p:cNvSpPr>
          <p:nvPr>
            <p:ph type="sldNum" sz="quarter" idx="4"/>
          </p:nvPr>
        </p:nvSpPr>
        <p:spPr>
          <a:xfrm>
            <a:off x="8686800" y="4857750"/>
            <a:ext cx="338297"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87F8B100-9989-F34E-92F9-CB4946CF0D63}" type="slidenum">
              <a:rPr lang="de-DE" smtClean="0"/>
              <a:t>‹#›</a:t>
            </a:fld>
            <a:endParaRPr lang="de-DE" dirty="0"/>
          </a:p>
        </p:txBody>
      </p:sp>
    </p:spTree>
    <p:extLst>
      <p:ext uri="{BB962C8B-B14F-4D97-AF65-F5344CB8AC3E}">
        <p14:creationId xmlns:p14="http://schemas.microsoft.com/office/powerpoint/2010/main" val="37549057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1" name="Titel 10"/>
          <p:cNvSpPr>
            <a:spLocks noGrp="1"/>
          </p:cNvSpPr>
          <p:nvPr>
            <p:ph type="title" hasCustomPrompt="1"/>
          </p:nvPr>
        </p:nvSpPr>
        <p:spPr>
          <a:xfrm>
            <a:off x="685800" y="1215189"/>
            <a:ext cx="7785100" cy="1099386"/>
          </a:xfrm>
          <a:prstGeom prst="rect">
            <a:avLst/>
          </a:prstGeom>
        </p:spPr>
        <p:txBody>
          <a:bodyPr vert="horz" lIns="0" rIns="0" bIns="0" anchor="b" anchorCtr="0"/>
          <a:lstStyle>
            <a:lvl1pPr marL="0" algn="l" defTabSz="342900" rtl="0" eaLnBrk="1" latinLnBrk="0" hangingPunct="1">
              <a:spcBef>
                <a:spcPct val="0"/>
              </a:spcBef>
              <a:buNone/>
              <a:defRPr lang="de-DE" sz="2400" b="0" i="0" kern="1200" dirty="0">
                <a:solidFill>
                  <a:srgbClr val="08A3E8"/>
                </a:solidFill>
                <a:latin typeface="Open Sans"/>
                <a:ea typeface="Malgun Gothic Semilight" panose="020B0502040204020203" pitchFamily="34" charset="-128"/>
                <a:cs typeface="Malgun Gothic Semilight" panose="020B0502040204020203" pitchFamily="34" charset="-128"/>
              </a:defRPr>
            </a:lvl1pPr>
          </a:lstStyle>
          <a:p>
            <a:r>
              <a:rPr lang="de-DE" dirty="0"/>
              <a:t>PAPER TITLE </a:t>
            </a:r>
            <a:br>
              <a:rPr lang="de-DE" dirty="0"/>
            </a:br>
            <a:r>
              <a:rPr lang="de-DE" dirty="0"/>
              <a:t>ICAS PAPER No.</a:t>
            </a:r>
          </a:p>
        </p:txBody>
      </p:sp>
      <p:sp>
        <p:nvSpPr>
          <p:cNvPr id="13" name="Textplatzhalter 12"/>
          <p:cNvSpPr>
            <a:spLocks noGrp="1"/>
          </p:cNvSpPr>
          <p:nvPr>
            <p:ph type="body" sz="quarter" idx="10" hasCustomPrompt="1"/>
          </p:nvPr>
        </p:nvSpPr>
        <p:spPr>
          <a:xfrm>
            <a:off x="685800" y="2514599"/>
            <a:ext cx="7785100" cy="1245269"/>
          </a:xfrm>
          <a:prstGeom prst="rect">
            <a:avLst/>
          </a:prstGeom>
        </p:spPr>
        <p:txBody>
          <a:bodyPr vert="horz" lIns="0" rIns="0" bIns="0"/>
          <a:lstStyle>
            <a:lvl1pPr marL="0" indent="0" algn="l" defTabSz="342900" rtl="0" eaLnBrk="1" latinLnBrk="0" hangingPunct="1">
              <a:spcBef>
                <a:spcPct val="20000"/>
              </a:spcBef>
              <a:buFont typeface="Arial"/>
              <a:buNone/>
              <a:defRPr lang="de-DE" sz="1500" b="0" i="0" kern="1200" dirty="0" smtClean="0">
                <a:solidFill>
                  <a:schemeClr val="tx1">
                    <a:tint val="75000"/>
                  </a:schemeClr>
                </a:solidFill>
                <a:latin typeface="Open Sans"/>
                <a:ea typeface="+mn-ea"/>
                <a:cs typeface="Open Sans"/>
              </a:defRPr>
            </a:lvl1pPr>
            <a:lvl2pPr marL="0" indent="0" algn="l" defTabSz="342900" rtl="0" eaLnBrk="1" latinLnBrk="0" hangingPunct="1">
              <a:spcBef>
                <a:spcPct val="20000"/>
              </a:spcBef>
              <a:buFont typeface="Arial"/>
              <a:buNone/>
              <a:defRPr lang="de-DE" sz="1500" b="0" i="0" kern="1200" dirty="0" smtClean="0">
                <a:solidFill>
                  <a:schemeClr val="tx1">
                    <a:tint val="75000"/>
                  </a:schemeClr>
                </a:solidFill>
                <a:latin typeface="Open Sans"/>
                <a:ea typeface="+mn-ea"/>
                <a:cs typeface="Open Sans"/>
              </a:defRPr>
            </a:lvl2pPr>
            <a:lvl3pPr marL="0" indent="0" algn="l" defTabSz="342900" rtl="0" eaLnBrk="1" latinLnBrk="0" hangingPunct="1">
              <a:spcBef>
                <a:spcPct val="20000"/>
              </a:spcBef>
              <a:buFont typeface="Arial"/>
              <a:buNone/>
              <a:defRPr lang="de-DE" sz="1500" b="0" i="0" kern="1200" dirty="0" smtClean="0">
                <a:solidFill>
                  <a:schemeClr val="tx1">
                    <a:tint val="75000"/>
                  </a:schemeClr>
                </a:solidFill>
                <a:latin typeface="Open Sans"/>
                <a:ea typeface="+mn-ea"/>
                <a:cs typeface="Open Sans"/>
              </a:defRPr>
            </a:lvl3pPr>
            <a:lvl4pPr marL="0" indent="0" algn="l" defTabSz="342900" rtl="0" eaLnBrk="1" latinLnBrk="0" hangingPunct="1">
              <a:spcBef>
                <a:spcPct val="20000"/>
              </a:spcBef>
              <a:buFont typeface="Arial"/>
              <a:buNone/>
              <a:defRPr lang="de-DE" sz="1500" b="0" i="0" kern="1200" dirty="0" smtClean="0">
                <a:solidFill>
                  <a:schemeClr val="tx1">
                    <a:tint val="75000"/>
                  </a:schemeClr>
                </a:solidFill>
                <a:latin typeface="Open Sans"/>
                <a:ea typeface="+mn-ea"/>
                <a:cs typeface="Open Sans"/>
              </a:defRPr>
            </a:lvl4pPr>
            <a:lvl5pPr marL="0" indent="0" algn="l" defTabSz="342900" rtl="0" eaLnBrk="1" latinLnBrk="0" hangingPunct="1">
              <a:spcBef>
                <a:spcPct val="20000"/>
              </a:spcBef>
              <a:buFont typeface="Arial"/>
              <a:buNone/>
              <a:defRPr lang="de-DE" sz="1500" b="0" i="0" kern="1200" dirty="0">
                <a:solidFill>
                  <a:schemeClr val="tx1">
                    <a:tint val="75000"/>
                  </a:schemeClr>
                </a:solidFill>
                <a:latin typeface="Open Sans"/>
                <a:ea typeface="+mn-ea"/>
                <a:cs typeface="Open Sans"/>
              </a:defRPr>
            </a:lvl5pPr>
          </a:lstStyle>
          <a:p>
            <a:pPr lvl="0"/>
            <a:r>
              <a:rPr lang="de-DE" dirty="0"/>
              <a:t>Authors</a:t>
            </a:r>
          </a:p>
          <a:p>
            <a:pPr lvl="0"/>
            <a:r>
              <a:rPr lang="de-DE" dirty="0"/>
              <a:t>Company/Organization</a:t>
            </a:r>
          </a:p>
        </p:txBody>
      </p:sp>
    </p:spTree>
    <p:extLst>
      <p:ext uri="{BB962C8B-B14F-4D97-AF65-F5344CB8AC3E}">
        <p14:creationId xmlns:p14="http://schemas.microsoft.com/office/powerpoint/2010/main" val="27884933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Title">
    <p:spTree>
      <p:nvGrpSpPr>
        <p:cNvPr id="1" name=""/>
        <p:cNvGrpSpPr/>
        <p:nvPr/>
      </p:nvGrpSpPr>
      <p:grpSpPr>
        <a:xfrm>
          <a:off x="0" y="0"/>
          <a:ext cx="0" cy="0"/>
          <a:chOff x="0" y="0"/>
          <a:chExt cx="0" cy="0"/>
        </a:xfrm>
      </p:grpSpPr>
      <p:sp>
        <p:nvSpPr>
          <p:cNvPr id="11" name="Titel 10"/>
          <p:cNvSpPr>
            <a:spLocks noGrp="1"/>
          </p:cNvSpPr>
          <p:nvPr>
            <p:ph type="title" hasCustomPrompt="1"/>
          </p:nvPr>
        </p:nvSpPr>
        <p:spPr>
          <a:xfrm>
            <a:off x="685800" y="2725152"/>
            <a:ext cx="7785100" cy="1099386"/>
          </a:xfrm>
          <a:prstGeom prst="rect">
            <a:avLst/>
          </a:prstGeom>
        </p:spPr>
        <p:txBody>
          <a:bodyPr vert="horz" lIns="0" rIns="0" bIns="0" anchor="b" anchorCtr="0"/>
          <a:lstStyle>
            <a:lvl1pPr marL="0" algn="l" defTabSz="342900" rtl="0" eaLnBrk="1" latinLnBrk="0" hangingPunct="1">
              <a:spcBef>
                <a:spcPct val="0"/>
              </a:spcBef>
              <a:buNone/>
              <a:defRPr lang="de-DE" sz="2400" b="0" i="0" kern="1200" dirty="0">
                <a:solidFill>
                  <a:srgbClr val="08A3E8"/>
                </a:solidFill>
                <a:latin typeface="Open Sans"/>
                <a:ea typeface="Malgun Gothic Semilight" panose="020B0502040204020203" pitchFamily="34" charset="-128"/>
                <a:cs typeface="Malgun Gothic Semilight" panose="020B0502040204020203" pitchFamily="34" charset="-128"/>
              </a:defRPr>
            </a:lvl1pPr>
          </a:lstStyle>
          <a:p>
            <a:r>
              <a:rPr lang="de-DE" dirty="0"/>
              <a:t>Section Title</a:t>
            </a:r>
          </a:p>
        </p:txBody>
      </p:sp>
    </p:spTree>
    <p:extLst>
      <p:ext uri="{BB962C8B-B14F-4D97-AF65-F5344CB8AC3E}">
        <p14:creationId xmlns:p14="http://schemas.microsoft.com/office/powerpoint/2010/main" val="13789125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Start and/or End slide">
    <p:spTree>
      <p:nvGrpSpPr>
        <p:cNvPr id="1" name=""/>
        <p:cNvGrpSpPr/>
        <p:nvPr/>
      </p:nvGrpSpPr>
      <p:grpSpPr>
        <a:xfrm>
          <a:off x="0" y="0"/>
          <a:ext cx="0" cy="0"/>
          <a:chOff x="0" y="0"/>
          <a:chExt cx="0" cy="0"/>
        </a:xfrm>
      </p:grpSpPr>
      <p:pic>
        <p:nvPicPr>
          <p:cNvPr id="4" name="Bild 6">
            <a:extLst>
              <a:ext uri="{FF2B5EF4-FFF2-40B4-BE49-F238E27FC236}">
                <a16:creationId xmlns:a16="http://schemas.microsoft.com/office/drawing/2014/main" id="{93474A79-B339-4F47-B97F-33830BB76AA1}"/>
              </a:ext>
            </a:extLst>
          </p:cNvPr>
          <p:cNvPicPr>
            <a:picLocks noChangeAspect="1"/>
          </p:cNvPicPr>
          <p:nvPr userDrawn="1"/>
        </p:nvPicPr>
        <p:blipFill>
          <a:blip r:embed="rId2">
            <a:alphaModFix amt="10000"/>
          </a:blip>
          <a:stretch>
            <a:fillRect/>
          </a:stretch>
        </p:blipFill>
        <p:spPr>
          <a:xfrm>
            <a:off x="1579022" y="-16036"/>
            <a:ext cx="5985955" cy="5159536"/>
          </a:xfrm>
          <a:prstGeom prst="rect">
            <a:avLst/>
          </a:prstGeom>
          <a:noFill/>
        </p:spPr>
      </p:pic>
      <p:pic>
        <p:nvPicPr>
          <p:cNvPr id="2" name="Grafik 1">
            <a:extLst>
              <a:ext uri="{FF2B5EF4-FFF2-40B4-BE49-F238E27FC236}">
                <a16:creationId xmlns:a16="http://schemas.microsoft.com/office/drawing/2014/main" id="{212CFEFE-3397-5785-4146-1574EB39C72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062867" y="4527274"/>
            <a:ext cx="3081133" cy="616226"/>
          </a:xfrm>
          <a:prstGeom prst="rect">
            <a:avLst/>
          </a:prstGeom>
        </p:spPr>
      </p:pic>
    </p:spTree>
    <p:extLst>
      <p:ext uri="{BB962C8B-B14F-4D97-AF65-F5344CB8AC3E}">
        <p14:creationId xmlns:p14="http://schemas.microsoft.com/office/powerpoint/2010/main" val="53924332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image" Target="../media/image3.jpeg"/><Relationship Id="rId5" Type="http://schemas.openxmlformats.org/officeDocument/2006/relationships/image" Target="../media/image2.emf"/><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8" name="Gerade Verbindung 7"/>
          <p:cNvCxnSpPr>
            <a:cxnSpLocks/>
          </p:cNvCxnSpPr>
          <p:nvPr/>
        </p:nvCxnSpPr>
        <p:spPr>
          <a:xfrm>
            <a:off x="0" y="580893"/>
            <a:ext cx="9144000" cy="0"/>
          </a:xfrm>
          <a:prstGeom prst="line">
            <a:avLst/>
          </a:prstGeom>
          <a:ln w="6350">
            <a:solidFill>
              <a:srgbClr val="0086BE"/>
            </a:solidFill>
          </a:ln>
          <a:effectLst/>
        </p:spPr>
        <p:style>
          <a:lnRef idx="2">
            <a:schemeClr val="accent1"/>
          </a:lnRef>
          <a:fillRef idx="0">
            <a:schemeClr val="accent1"/>
          </a:fillRef>
          <a:effectRef idx="1">
            <a:schemeClr val="accent1"/>
          </a:effectRef>
          <a:fontRef idx="minor">
            <a:schemeClr val="tx1"/>
          </a:fontRef>
        </p:style>
      </p:cxnSp>
      <p:sp>
        <p:nvSpPr>
          <p:cNvPr id="2" name="Titelplatzhalter 1"/>
          <p:cNvSpPr>
            <a:spLocks noGrp="1"/>
          </p:cNvSpPr>
          <p:nvPr>
            <p:ph type="title"/>
          </p:nvPr>
        </p:nvSpPr>
        <p:spPr>
          <a:xfrm>
            <a:off x="457200" y="10913"/>
            <a:ext cx="8229600" cy="534392"/>
          </a:xfrm>
          <a:prstGeom prst="rect">
            <a:avLst/>
          </a:prstGeom>
        </p:spPr>
        <p:txBody>
          <a:bodyPr vert="horz" lIns="0" tIns="45720" rIns="0" bIns="0" rtlCol="0" anchor="b" anchorCtr="0">
            <a:normAutofit/>
          </a:bodyPr>
          <a:lstStyle/>
          <a:p>
            <a:r>
              <a:rPr lang="de-DE" dirty="0"/>
              <a:t>SLIDE TITLE</a:t>
            </a:r>
          </a:p>
        </p:txBody>
      </p:sp>
      <p:sp>
        <p:nvSpPr>
          <p:cNvPr id="3" name="Textplatzhalter 2"/>
          <p:cNvSpPr>
            <a:spLocks noGrp="1"/>
          </p:cNvSpPr>
          <p:nvPr>
            <p:ph type="body" idx="1"/>
          </p:nvPr>
        </p:nvSpPr>
        <p:spPr>
          <a:xfrm>
            <a:off x="457200" y="908386"/>
            <a:ext cx="8229600" cy="3686237"/>
          </a:xfrm>
          <a:prstGeom prst="rect">
            <a:avLst/>
          </a:prstGeom>
        </p:spPr>
        <p:txBody>
          <a:bodyPr vert="horz" lIns="0" tIns="45720" rIns="91440" bIns="0" rtlCol="0">
            <a:normAutofit/>
          </a:bodyPr>
          <a:lstStyle/>
          <a:p>
            <a:pPr lvl="0"/>
            <a:r>
              <a:rPr lang="en-US" dirty="0"/>
              <a:t>Click to edit Master text styles</a:t>
            </a:r>
          </a:p>
          <a:p>
            <a:pPr lvl="1"/>
            <a:r>
              <a:rPr lang="de-DE" dirty="0"/>
              <a:t>Second Level</a:t>
            </a:r>
          </a:p>
          <a:p>
            <a:pPr lvl="2"/>
            <a:r>
              <a:rPr lang="de-DE" dirty="0"/>
              <a:t>Third Level</a:t>
            </a:r>
          </a:p>
          <a:p>
            <a:pPr lvl="3"/>
            <a:r>
              <a:rPr lang="de-DE" dirty="0"/>
              <a:t>Fourth Level</a:t>
            </a:r>
          </a:p>
          <a:p>
            <a:pPr lvl="4"/>
            <a:r>
              <a:rPr lang="de-DE" dirty="0"/>
              <a:t>Fifth Level</a:t>
            </a:r>
          </a:p>
        </p:txBody>
      </p:sp>
      <p:sp>
        <p:nvSpPr>
          <p:cNvPr id="6" name="Foliennummernplatzhalter 5"/>
          <p:cNvSpPr>
            <a:spLocks noGrp="1"/>
          </p:cNvSpPr>
          <p:nvPr>
            <p:ph type="sldNum" sz="quarter" idx="4"/>
          </p:nvPr>
        </p:nvSpPr>
        <p:spPr>
          <a:xfrm>
            <a:off x="8686800" y="4857750"/>
            <a:ext cx="338297"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87F8B100-9989-F34E-92F9-CB4946CF0D63}" type="slidenum">
              <a:rPr lang="de-DE" smtClean="0"/>
              <a:t>‹#›</a:t>
            </a:fld>
            <a:endParaRPr lang="de-DE" dirty="0"/>
          </a:p>
        </p:txBody>
      </p:sp>
      <p:pic>
        <p:nvPicPr>
          <p:cNvPr id="4" name="Grafik 3">
            <a:extLst>
              <a:ext uri="{FF2B5EF4-FFF2-40B4-BE49-F238E27FC236}">
                <a16:creationId xmlns:a16="http://schemas.microsoft.com/office/drawing/2014/main" id="{420E44FF-16D2-1856-E4D0-152D3C7B7229}"/>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0" y="4675436"/>
            <a:ext cx="2340321" cy="468064"/>
          </a:xfrm>
          <a:prstGeom prst="rect">
            <a:avLst/>
          </a:prstGeom>
        </p:spPr>
      </p:pic>
    </p:spTree>
    <p:extLst>
      <p:ext uri="{BB962C8B-B14F-4D97-AF65-F5344CB8AC3E}">
        <p14:creationId xmlns:p14="http://schemas.microsoft.com/office/powerpoint/2010/main" val="2945406533"/>
      </p:ext>
    </p:extLst>
  </p:cSld>
  <p:clrMap bg1="lt1" tx1="dk1" bg2="lt2" tx2="dk2" accent1="accent1" accent2="accent2" accent3="accent3" accent4="accent4" accent5="accent5" accent6="accent6" hlink="hlink" folHlink="folHlink"/>
  <p:sldLayoutIdLst>
    <p:sldLayoutId id="2147484841" r:id="rId1"/>
    <p:sldLayoutId id="2147484843" r:id="rId2"/>
    <p:sldLayoutId id="2147484842" r:id="rId3"/>
    <p:sldLayoutId id="2147484852" r:id="rId4"/>
    <p:sldLayoutId id="2147484853" r:id="rId5"/>
  </p:sldLayoutIdLst>
  <p:hf hdr="0" ftr="0" dt="0"/>
  <p:txStyles>
    <p:titleStyle>
      <a:lvl1pPr algn="l" defTabSz="342900" rtl="0" eaLnBrk="1" latinLnBrk="0" hangingPunct="1">
        <a:spcBef>
          <a:spcPct val="0"/>
        </a:spcBef>
        <a:buNone/>
        <a:defRPr lang="de-DE" sz="2400" b="0" i="0" kern="1200" dirty="0">
          <a:solidFill>
            <a:srgbClr val="08A3E8"/>
          </a:solidFill>
          <a:latin typeface="Open Sans"/>
          <a:ea typeface="Malgun Gothic Semilight" panose="020B0502040204020203" pitchFamily="34" charset="-128"/>
          <a:cs typeface="Malgun Gothic Semilight" panose="020B0502040204020203" pitchFamily="34" charset="-128"/>
        </a:defRPr>
      </a:lvl1pPr>
    </p:titleStyle>
    <p:bodyStyle>
      <a:lvl1pPr marL="257175" indent="-257175" algn="l" defTabSz="342900" rtl="0" eaLnBrk="1" latinLnBrk="0" hangingPunct="1">
        <a:lnSpc>
          <a:spcPct val="150000"/>
        </a:lnSpc>
        <a:spcBef>
          <a:spcPct val="20000"/>
        </a:spcBef>
        <a:buFont typeface="Arial"/>
        <a:buChar char="•"/>
        <a:defRPr sz="1800" kern="1200">
          <a:solidFill>
            <a:schemeClr val="tx1"/>
          </a:solidFill>
          <a:latin typeface="Helvetica" panose="020B0604020202020204" pitchFamily="34" charset="0"/>
          <a:ea typeface="+mn-ea"/>
          <a:cs typeface="Helvetica" panose="020B0604020202020204" pitchFamily="34" charset="0"/>
        </a:defRPr>
      </a:lvl1pPr>
      <a:lvl2pPr marL="557213" indent="-214313" algn="l" defTabSz="342900" rtl="0" eaLnBrk="1" latinLnBrk="0" hangingPunct="1">
        <a:lnSpc>
          <a:spcPct val="150000"/>
        </a:lnSpc>
        <a:spcBef>
          <a:spcPct val="20000"/>
        </a:spcBef>
        <a:buFont typeface="Arial"/>
        <a:buChar char="–"/>
        <a:defRPr sz="1600" kern="1200">
          <a:solidFill>
            <a:schemeClr val="tx1"/>
          </a:solidFill>
          <a:latin typeface="Helvetica" panose="020B0604020202020204" pitchFamily="34" charset="0"/>
          <a:ea typeface="+mn-ea"/>
          <a:cs typeface="Helvetica" panose="020B0604020202020204" pitchFamily="34" charset="0"/>
        </a:defRPr>
      </a:lvl2pPr>
      <a:lvl3pPr marL="857250" indent="-171450" algn="l" defTabSz="342900" rtl="0" eaLnBrk="1" latinLnBrk="0" hangingPunct="1">
        <a:lnSpc>
          <a:spcPct val="150000"/>
        </a:lnSpc>
        <a:spcBef>
          <a:spcPct val="20000"/>
        </a:spcBef>
        <a:buFont typeface="Arial"/>
        <a:buChar char="•"/>
        <a:defRPr sz="1600" kern="1200">
          <a:solidFill>
            <a:schemeClr val="tx1"/>
          </a:solidFill>
          <a:latin typeface="Helvetica" panose="020B0604020202020204" pitchFamily="34" charset="0"/>
          <a:ea typeface="+mn-ea"/>
          <a:cs typeface="Helvetica" panose="020B0604020202020204" pitchFamily="34" charset="0"/>
        </a:defRPr>
      </a:lvl3pPr>
      <a:lvl4pPr marL="1200150" indent="-171450" algn="l" defTabSz="342900" rtl="0" eaLnBrk="1" latinLnBrk="0" hangingPunct="1">
        <a:lnSpc>
          <a:spcPct val="150000"/>
        </a:lnSpc>
        <a:spcBef>
          <a:spcPct val="20000"/>
        </a:spcBef>
        <a:buFont typeface="Arial"/>
        <a:buChar char="–"/>
        <a:defRPr sz="1600" kern="1200">
          <a:solidFill>
            <a:schemeClr val="tx1"/>
          </a:solidFill>
          <a:latin typeface="Helvetica" panose="020B0604020202020204" pitchFamily="34" charset="0"/>
          <a:ea typeface="+mn-ea"/>
          <a:cs typeface="Helvetica" panose="020B0604020202020204" pitchFamily="34" charset="0"/>
        </a:defRPr>
      </a:lvl4pPr>
      <a:lvl5pPr marL="1543050" indent="-171450" algn="l" defTabSz="342900" rtl="0" eaLnBrk="1" latinLnBrk="0" hangingPunct="1">
        <a:lnSpc>
          <a:spcPct val="150000"/>
        </a:lnSpc>
        <a:spcBef>
          <a:spcPct val="20000"/>
        </a:spcBef>
        <a:buFont typeface="Arial"/>
        <a:buChar char="»"/>
        <a:defRPr sz="1600" kern="1200">
          <a:solidFill>
            <a:schemeClr val="tx1"/>
          </a:solidFill>
          <a:latin typeface="Helvetica" panose="020B0604020202020204" pitchFamily="34" charset="0"/>
          <a:ea typeface="+mn-ea"/>
          <a:cs typeface="Helvetica" panose="020B060402020202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de-DE"/>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8" name="Gerade Verbindung 7"/>
          <p:cNvCxnSpPr>
            <a:cxnSpLocks/>
          </p:cNvCxnSpPr>
          <p:nvPr/>
        </p:nvCxnSpPr>
        <p:spPr>
          <a:xfrm>
            <a:off x="0" y="580893"/>
            <a:ext cx="9144000" cy="0"/>
          </a:xfrm>
          <a:prstGeom prst="line">
            <a:avLst/>
          </a:prstGeom>
          <a:ln w="6350">
            <a:solidFill>
              <a:srgbClr val="0086BE"/>
            </a:solidFill>
          </a:ln>
          <a:effectLst/>
        </p:spPr>
        <p:style>
          <a:lnRef idx="2">
            <a:schemeClr val="accent1"/>
          </a:lnRef>
          <a:fillRef idx="0">
            <a:schemeClr val="accent1"/>
          </a:fillRef>
          <a:effectRef idx="1">
            <a:schemeClr val="accent1"/>
          </a:effectRef>
          <a:fontRef idx="minor">
            <a:schemeClr val="tx1"/>
          </a:fontRef>
        </p:style>
      </p:cxnSp>
      <p:sp>
        <p:nvSpPr>
          <p:cNvPr id="2" name="Titelplatzhalter 1"/>
          <p:cNvSpPr>
            <a:spLocks noGrp="1"/>
          </p:cNvSpPr>
          <p:nvPr>
            <p:ph type="title"/>
          </p:nvPr>
        </p:nvSpPr>
        <p:spPr>
          <a:xfrm>
            <a:off x="457200" y="10913"/>
            <a:ext cx="8229600" cy="534392"/>
          </a:xfrm>
          <a:prstGeom prst="rect">
            <a:avLst/>
          </a:prstGeom>
        </p:spPr>
        <p:txBody>
          <a:bodyPr vert="horz" lIns="0" tIns="45720" rIns="0" bIns="0" rtlCol="0" anchor="b" anchorCtr="0">
            <a:normAutofit/>
          </a:bodyPr>
          <a:lstStyle/>
          <a:p>
            <a:r>
              <a:rPr lang="de-DE" dirty="0"/>
              <a:t>SLIDE TITLE</a:t>
            </a:r>
          </a:p>
        </p:txBody>
      </p:sp>
      <p:sp>
        <p:nvSpPr>
          <p:cNvPr id="3" name="Textplatzhalter 2"/>
          <p:cNvSpPr>
            <a:spLocks noGrp="1"/>
          </p:cNvSpPr>
          <p:nvPr>
            <p:ph type="body" idx="1"/>
          </p:nvPr>
        </p:nvSpPr>
        <p:spPr>
          <a:xfrm>
            <a:off x="457200" y="908386"/>
            <a:ext cx="8229600" cy="3686237"/>
          </a:xfrm>
          <a:prstGeom prst="rect">
            <a:avLst/>
          </a:prstGeom>
        </p:spPr>
        <p:txBody>
          <a:bodyPr vert="horz" lIns="0" tIns="45720" rIns="91440" bIns="0" rtlCol="0">
            <a:normAutofit/>
          </a:bodyPr>
          <a:lstStyle/>
          <a:p>
            <a:pPr lvl="0"/>
            <a:r>
              <a:rPr lang="en-US" dirty="0"/>
              <a:t>Click to edit Master text styles</a:t>
            </a:r>
          </a:p>
          <a:p>
            <a:pPr lvl="1"/>
            <a:r>
              <a:rPr lang="de-DE" dirty="0"/>
              <a:t>Second Level</a:t>
            </a:r>
          </a:p>
          <a:p>
            <a:pPr lvl="2"/>
            <a:r>
              <a:rPr lang="de-DE" dirty="0"/>
              <a:t>Third Level</a:t>
            </a:r>
          </a:p>
          <a:p>
            <a:pPr lvl="3"/>
            <a:r>
              <a:rPr lang="de-DE" dirty="0"/>
              <a:t>Fourth Level</a:t>
            </a:r>
          </a:p>
          <a:p>
            <a:pPr lvl="4"/>
            <a:r>
              <a:rPr lang="de-DE" dirty="0"/>
              <a:t>Fifth Level</a:t>
            </a:r>
          </a:p>
        </p:txBody>
      </p:sp>
      <p:sp>
        <p:nvSpPr>
          <p:cNvPr id="6" name="Foliennummernplatzhalter 5"/>
          <p:cNvSpPr>
            <a:spLocks noGrp="1"/>
          </p:cNvSpPr>
          <p:nvPr>
            <p:ph type="sldNum" sz="quarter" idx="4"/>
          </p:nvPr>
        </p:nvSpPr>
        <p:spPr>
          <a:xfrm>
            <a:off x="8686800" y="4857750"/>
            <a:ext cx="338297"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87F8B100-9989-F34E-92F9-CB4946CF0D63}" type="slidenum">
              <a:rPr lang="de-DE" smtClean="0"/>
              <a:t>‹#›</a:t>
            </a:fld>
            <a:endParaRPr lang="de-DE" dirty="0"/>
          </a:p>
        </p:txBody>
      </p:sp>
    </p:spTree>
    <p:extLst>
      <p:ext uri="{BB962C8B-B14F-4D97-AF65-F5344CB8AC3E}">
        <p14:creationId xmlns:p14="http://schemas.microsoft.com/office/powerpoint/2010/main" val="2391393340"/>
      </p:ext>
    </p:extLst>
  </p:cSld>
  <p:clrMap bg1="lt1" tx1="dk1" bg2="lt2" tx2="dk2" accent1="accent1" accent2="accent2" accent3="accent3" accent4="accent4" accent5="accent5" accent6="accent6" hlink="hlink" folHlink="folHlink"/>
  <p:sldLayoutIdLst>
    <p:sldLayoutId id="2147484856" r:id="rId1"/>
    <p:sldLayoutId id="2147484857" r:id="rId2"/>
    <p:sldLayoutId id="2147484858" r:id="rId3"/>
    <p:sldLayoutId id="2147484859" r:id="rId4"/>
  </p:sldLayoutIdLst>
  <p:hf hdr="0" ftr="0" dt="0"/>
  <p:txStyles>
    <p:titleStyle>
      <a:lvl1pPr algn="l" defTabSz="342900" rtl="0" eaLnBrk="1" latinLnBrk="0" hangingPunct="1">
        <a:spcBef>
          <a:spcPct val="0"/>
        </a:spcBef>
        <a:buNone/>
        <a:defRPr lang="de-DE" sz="2400" b="0" i="0" kern="1200" dirty="0">
          <a:solidFill>
            <a:srgbClr val="08A3E8"/>
          </a:solidFill>
          <a:latin typeface="Open Sans"/>
          <a:ea typeface="Malgun Gothic Semilight" panose="020B0502040204020203" pitchFamily="34" charset="-128"/>
          <a:cs typeface="Malgun Gothic Semilight" panose="020B0502040204020203" pitchFamily="34" charset="-128"/>
        </a:defRPr>
      </a:lvl1pPr>
    </p:titleStyle>
    <p:bodyStyle>
      <a:lvl1pPr marL="257175" indent="-257175" algn="l" defTabSz="342900" rtl="0" eaLnBrk="1" latinLnBrk="0" hangingPunct="1">
        <a:lnSpc>
          <a:spcPct val="150000"/>
        </a:lnSpc>
        <a:spcBef>
          <a:spcPct val="20000"/>
        </a:spcBef>
        <a:buFont typeface="Arial"/>
        <a:buChar char="•"/>
        <a:defRPr sz="1800" kern="1200">
          <a:solidFill>
            <a:schemeClr val="tx1"/>
          </a:solidFill>
          <a:latin typeface="Helvetica" panose="020B0604020202020204" pitchFamily="34" charset="0"/>
          <a:ea typeface="+mn-ea"/>
          <a:cs typeface="Helvetica" panose="020B0604020202020204" pitchFamily="34" charset="0"/>
        </a:defRPr>
      </a:lvl1pPr>
      <a:lvl2pPr marL="557213" indent="-214313" algn="l" defTabSz="342900" rtl="0" eaLnBrk="1" latinLnBrk="0" hangingPunct="1">
        <a:lnSpc>
          <a:spcPct val="150000"/>
        </a:lnSpc>
        <a:spcBef>
          <a:spcPct val="20000"/>
        </a:spcBef>
        <a:buFont typeface="Arial"/>
        <a:buChar char="–"/>
        <a:defRPr sz="1600" kern="1200">
          <a:solidFill>
            <a:schemeClr val="tx1"/>
          </a:solidFill>
          <a:latin typeface="Helvetica" panose="020B0604020202020204" pitchFamily="34" charset="0"/>
          <a:ea typeface="+mn-ea"/>
          <a:cs typeface="Helvetica" panose="020B0604020202020204" pitchFamily="34" charset="0"/>
        </a:defRPr>
      </a:lvl2pPr>
      <a:lvl3pPr marL="857250" indent="-171450" algn="l" defTabSz="342900" rtl="0" eaLnBrk="1" latinLnBrk="0" hangingPunct="1">
        <a:lnSpc>
          <a:spcPct val="150000"/>
        </a:lnSpc>
        <a:spcBef>
          <a:spcPct val="20000"/>
        </a:spcBef>
        <a:buFont typeface="Arial"/>
        <a:buChar char="•"/>
        <a:defRPr sz="1600" kern="1200">
          <a:solidFill>
            <a:schemeClr val="tx1"/>
          </a:solidFill>
          <a:latin typeface="Helvetica" panose="020B0604020202020204" pitchFamily="34" charset="0"/>
          <a:ea typeface="+mn-ea"/>
          <a:cs typeface="Helvetica" panose="020B0604020202020204" pitchFamily="34" charset="0"/>
        </a:defRPr>
      </a:lvl3pPr>
      <a:lvl4pPr marL="1200150" indent="-171450" algn="l" defTabSz="342900" rtl="0" eaLnBrk="1" latinLnBrk="0" hangingPunct="1">
        <a:lnSpc>
          <a:spcPct val="150000"/>
        </a:lnSpc>
        <a:spcBef>
          <a:spcPct val="20000"/>
        </a:spcBef>
        <a:buFont typeface="Arial"/>
        <a:buChar char="–"/>
        <a:defRPr sz="1600" kern="1200">
          <a:solidFill>
            <a:schemeClr val="tx1"/>
          </a:solidFill>
          <a:latin typeface="Helvetica" panose="020B0604020202020204" pitchFamily="34" charset="0"/>
          <a:ea typeface="+mn-ea"/>
          <a:cs typeface="Helvetica" panose="020B0604020202020204" pitchFamily="34" charset="0"/>
        </a:defRPr>
      </a:lvl4pPr>
      <a:lvl5pPr marL="1543050" indent="-171450" algn="l" defTabSz="342900" rtl="0" eaLnBrk="1" latinLnBrk="0" hangingPunct="1">
        <a:lnSpc>
          <a:spcPct val="150000"/>
        </a:lnSpc>
        <a:spcBef>
          <a:spcPct val="20000"/>
        </a:spcBef>
        <a:buFont typeface="Arial"/>
        <a:buChar char="»"/>
        <a:defRPr sz="1600" kern="1200">
          <a:solidFill>
            <a:schemeClr val="tx1"/>
          </a:solidFill>
          <a:latin typeface="Helvetica" panose="020B0604020202020204" pitchFamily="34" charset="0"/>
          <a:ea typeface="+mn-ea"/>
          <a:cs typeface="Helvetica" panose="020B060402020202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de-DE"/>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5" name="Bild 6">
            <a:extLst>
              <a:ext uri="{FF2B5EF4-FFF2-40B4-BE49-F238E27FC236}">
                <a16:creationId xmlns:a16="http://schemas.microsoft.com/office/drawing/2014/main" id="{3FC1F24A-E6E0-4405-91D4-08C18328979C}"/>
              </a:ext>
            </a:extLst>
          </p:cNvPr>
          <p:cNvPicPr>
            <a:picLocks noChangeAspect="1"/>
          </p:cNvPicPr>
          <p:nvPr userDrawn="1"/>
        </p:nvPicPr>
        <p:blipFill>
          <a:blip r:embed="rId5">
            <a:alphaModFix amt="10000"/>
          </a:blip>
          <a:stretch>
            <a:fillRect/>
          </a:stretch>
        </p:blipFill>
        <p:spPr>
          <a:xfrm>
            <a:off x="1579022" y="38284"/>
            <a:ext cx="5985955" cy="5159536"/>
          </a:xfrm>
          <a:prstGeom prst="rect">
            <a:avLst/>
          </a:prstGeom>
          <a:noFill/>
        </p:spPr>
      </p:pic>
      <p:pic>
        <p:nvPicPr>
          <p:cNvPr id="2" name="Grafik 1">
            <a:extLst>
              <a:ext uri="{FF2B5EF4-FFF2-40B4-BE49-F238E27FC236}">
                <a16:creationId xmlns:a16="http://schemas.microsoft.com/office/drawing/2014/main" id="{3EC852B5-35FF-19C8-EFBD-04567A14CD7D}"/>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6269525" y="4568606"/>
            <a:ext cx="2874475" cy="574894"/>
          </a:xfrm>
          <a:prstGeom prst="rect">
            <a:avLst/>
          </a:prstGeom>
        </p:spPr>
      </p:pic>
    </p:spTree>
    <p:extLst>
      <p:ext uri="{BB962C8B-B14F-4D97-AF65-F5344CB8AC3E}">
        <p14:creationId xmlns:p14="http://schemas.microsoft.com/office/powerpoint/2010/main" val="2625330629"/>
      </p:ext>
    </p:extLst>
  </p:cSld>
  <p:clrMap bg1="lt1" tx1="dk1" bg2="lt2" tx2="dk2" accent1="accent1" accent2="accent2" accent3="accent3" accent4="accent4" accent5="accent5" accent6="accent6" hlink="hlink" folHlink="folHlink"/>
  <p:sldLayoutIdLst>
    <p:sldLayoutId id="2147484846" r:id="rId1"/>
    <p:sldLayoutId id="2147484854" r:id="rId2"/>
    <p:sldLayoutId id="2147484851" r:id="rId3"/>
  </p:sldLayoutIdLst>
  <p:hf hdr="0" ftr="0" dt="0"/>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342900" rtl="0" eaLnBrk="1" latinLnBrk="0" hangingPunct="1">
        <a:spcBef>
          <a:spcPct val="20000"/>
        </a:spcBef>
        <a:buFont typeface="Arial"/>
        <a:buChar char="•"/>
        <a:defRPr sz="2400" kern="1200">
          <a:solidFill>
            <a:schemeClr val="tx1"/>
          </a:solidFill>
          <a:latin typeface="+mn-lt"/>
          <a:ea typeface="+mn-ea"/>
          <a:cs typeface="+mn-cs"/>
        </a:defRPr>
      </a:lvl1pPr>
      <a:lvl2pPr marL="557213" indent="-214313" algn="l" defTabSz="342900" rtl="0" eaLnBrk="1" latinLnBrk="0" hangingPunct="1">
        <a:spcBef>
          <a:spcPct val="20000"/>
        </a:spcBef>
        <a:buFont typeface="Arial"/>
        <a:buChar char="–"/>
        <a:defRPr sz="2100" kern="1200">
          <a:solidFill>
            <a:schemeClr val="tx1"/>
          </a:solidFill>
          <a:latin typeface="+mn-lt"/>
          <a:ea typeface="+mn-ea"/>
          <a:cs typeface="+mn-cs"/>
        </a:defRPr>
      </a:lvl2pPr>
      <a:lvl3pPr marL="857250" indent="-17145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de-DE"/>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tiff"/><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emf"/><Relationship Id="rId5" Type="http://schemas.openxmlformats.org/officeDocument/2006/relationships/image" Target="../media/image10.png"/><Relationship Id="rId4" Type="http://schemas.openxmlformats.org/officeDocument/2006/relationships/image" Target="../media/image9.tiff"/></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9.wmf"/><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2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8.png"/><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1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1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1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3.png"/><Relationship Id="rId4" Type="http://schemas.openxmlformats.org/officeDocument/2006/relationships/image" Target="../media/image41.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5C53ED61-5ADD-EA38-58DB-42A62A36D947}"/>
              </a:ext>
            </a:extLst>
          </p:cNvPr>
          <p:cNvSpPr>
            <a:spLocks noGrp="1"/>
          </p:cNvSpPr>
          <p:nvPr>
            <p:ph type="title"/>
          </p:nvPr>
        </p:nvSpPr>
        <p:spPr>
          <a:xfrm>
            <a:off x="685800" y="1215189"/>
            <a:ext cx="6450773" cy="1099386"/>
          </a:xfrm>
        </p:spPr>
        <p:txBody>
          <a:bodyPr/>
          <a:lstStyle/>
          <a:p>
            <a:r>
              <a:rPr lang="en-US" b="1" dirty="0">
                <a:solidFill>
                  <a:srgbClr val="002060"/>
                </a:solidFill>
              </a:rPr>
              <a:t>Low-Boom Design and Analysis of a Blended-Wing-Body Configuration for Large-Sized Supersonic Transport</a:t>
            </a:r>
          </a:p>
        </p:txBody>
      </p:sp>
      <p:sp>
        <p:nvSpPr>
          <p:cNvPr id="12" name="Text Placeholder 2">
            <a:extLst>
              <a:ext uri="{FF2B5EF4-FFF2-40B4-BE49-F238E27FC236}">
                <a16:creationId xmlns:a16="http://schemas.microsoft.com/office/drawing/2014/main" id="{B91D136C-373E-8466-C589-B927415B4055}"/>
              </a:ext>
            </a:extLst>
          </p:cNvPr>
          <p:cNvSpPr>
            <a:spLocks noGrp="1"/>
          </p:cNvSpPr>
          <p:nvPr>
            <p:ph type="body" sz="quarter" idx="10"/>
          </p:nvPr>
        </p:nvSpPr>
        <p:spPr>
          <a:xfrm>
            <a:off x="685800" y="2590800"/>
            <a:ext cx="7785100" cy="853794"/>
          </a:xfrm>
        </p:spPr>
        <p:txBody>
          <a:bodyPr/>
          <a:lstStyle/>
          <a:p>
            <a:pPr lvl="0">
              <a:lnSpc>
                <a:spcPct val="150000"/>
              </a:lnSpc>
            </a:pPr>
            <a:r>
              <a:rPr lang="en-US" altLang="zh-CN" sz="1600" b="1" u="sng" dirty="0">
                <a:solidFill>
                  <a:schemeClr val="accent6">
                    <a:lumMod val="75000"/>
                  </a:schemeClr>
                </a:solidFill>
              </a:rPr>
              <a:t>Lin Yi(presenter)</a:t>
            </a:r>
            <a:r>
              <a:rPr lang="en-US" altLang="zh-CN" sz="1600" b="1" dirty="0">
                <a:solidFill>
                  <a:srgbClr val="4F4F4F"/>
                </a:solidFill>
              </a:rPr>
              <a:t>, Zhang Ke-</a:t>
            </a:r>
            <a:r>
              <a:rPr lang="en-US" altLang="zh-CN" sz="1600" b="1" dirty="0" err="1">
                <a:solidFill>
                  <a:srgbClr val="4F4F4F"/>
                </a:solidFill>
              </a:rPr>
              <a:t>shi</a:t>
            </a:r>
            <a:r>
              <a:rPr lang="en-US" altLang="zh-CN" sz="1600" b="1" dirty="0">
                <a:solidFill>
                  <a:srgbClr val="4F4F4F"/>
                </a:solidFill>
              </a:rPr>
              <a:t>, Han Zhong-</a:t>
            </a:r>
            <a:r>
              <a:rPr lang="en-US" altLang="zh-CN" sz="1600" b="1" dirty="0" err="1">
                <a:solidFill>
                  <a:srgbClr val="4F4F4F"/>
                </a:solidFill>
              </a:rPr>
              <a:t>hua</a:t>
            </a:r>
            <a:r>
              <a:rPr lang="en-US" altLang="zh-CN" sz="1600" b="1" dirty="0">
                <a:solidFill>
                  <a:srgbClr val="4F4F4F"/>
                </a:solidFill>
              </a:rPr>
              <a:t>, Chen Qing</a:t>
            </a:r>
          </a:p>
          <a:p>
            <a:pPr lvl="0"/>
            <a:endParaRPr lang="de-DE" sz="800" b="1" dirty="0">
              <a:solidFill>
                <a:srgbClr val="4F4F4F"/>
              </a:solidFill>
            </a:endParaRPr>
          </a:p>
          <a:p>
            <a:pPr lvl="0">
              <a:lnSpc>
                <a:spcPct val="120000"/>
              </a:lnSpc>
            </a:pPr>
            <a:r>
              <a:rPr lang="en-US" sz="1600" b="1" dirty="0">
                <a:solidFill>
                  <a:srgbClr val="002060"/>
                </a:solidFill>
              </a:rPr>
              <a:t>1. Northwestern Polytechnical University, China</a:t>
            </a:r>
          </a:p>
          <a:p>
            <a:pPr lvl="0">
              <a:lnSpc>
                <a:spcPct val="120000"/>
              </a:lnSpc>
            </a:pPr>
            <a:r>
              <a:rPr lang="en-US" sz="1600" b="1" dirty="0">
                <a:solidFill>
                  <a:srgbClr val="002060"/>
                </a:solidFill>
              </a:rPr>
              <a:t>2. National Key Laboratory of Aircraft Configuration Design, China</a:t>
            </a:r>
            <a:endParaRPr lang="de-DE" sz="1600" b="1" dirty="0">
              <a:solidFill>
                <a:srgbClr val="002060"/>
              </a:solidFill>
            </a:endParaRPr>
          </a:p>
        </p:txBody>
      </p:sp>
    </p:spTree>
    <p:extLst>
      <p:ext uri="{BB962C8B-B14F-4D97-AF65-F5344CB8AC3E}">
        <p14:creationId xmlns:p14="http://schemas.microsoft.com/office/powerpoint/2010/main" val="11791473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3B0A9-497C-4CA6-86CA-262934B72A2E}"/>
              </a:ext>
            </a:extLst>
          </p:cNvPr>
          <p:cNvSpPr>
            <a:spLocks noGrp="1"/>
          </p:cNvSpPr>
          <p:nvPr>
            <p:ph type="title"/>
          </p:nvPr>
        </p:nvSpPr>
        <p:spPr>
          <a:xfrm>
            <a:off x="679450" y="817123"/>
            <a:ext cx="7785100" cy="312853"/>
          </a:xfrm>
        </p:spPr>
        <p:txBody>
          <a:bodyPr/>
          <a:lstStyle/>
          <a:p>
            <a:r>
              <a:rPr lang="en-US" altLang="zh-CN" b="1" dirty="0"/>
              <a:t>Contents</a:t>
            </a:r>
            <a:endParaRPr lang="en-GB" b="1" dirty="0"/>
          </a:p>
        </p:txBody>
      </p:sp>
      <p:sp>
        <p:nvSpPr>
          <p:cNvPr id="3" name="Title 1">
            <a:extLst>
              <a:ext uri="{FF2B5EF4-FFF2-40B4-BE49-F238E27FC236}">
                <a16:creationId xmlns:a16="http://schemas.microsoft.com/office/drawing/2014/main" id="{0E2C7246-A6A7-2904-7607-729440179093}"/>
              </a:ext>
            </a:extLst>
          </p:cNvPr>
          <p:cNvSpPr txBox="1">
            <a:spLocks/>
          </p:cNvSpPr>
          <p:nvPr/>
        </p:nvSpPr>
        <p:spPr>
          <a:xfrm>
            <a:off x="679450" y="1494235"/>
            <a:ext cx="7785100" cy="2155029"/>
          </a:xfrm>
          <a:prstGeom prst="rect">
            <a:avLst/>
          </a:prstGeom>
        </p:spPr>
        <p:txBody>
          <a:bodyPr vert="horz" lIns="0" rIns="0" bIns="0" anchor="b" anchorCtr="0"/>
          <a:lstStyle>
            <a:lvl1pPr marL="0" algn="l" defTabSz="342900" rtl="0" eaLnBrk="1" latinLnBrk="0" hangingPunct="1">
              <a:spcBef>
                <a:spcPct val="0"/>
              </a:spcBef>
              <a:buNone/>
              <a:defRPr lang="de-DE" sz="2400" b="0" i="0" kern="1200" dirty="0">
                <a:solidFill>
                  <a:srgbClr val="08A3E8"/>
                </a:solidFill>
                <a:latin typeface="Open Sans"/>
                <a:ea typeface="Malgun Gothic Semilight" panose="020B0502040204020203" pitchFamily="34" charset="-128"/>
                <a:cs typeface="Malgun Gothic Semilight" panose="020B0502040204020203" pitchFamily="34" charset="-128"/>
              </a:defRPr>
            </a:lvl1pPr>
          </a:lstStyle>
          <a:p>
            <a:pPr marL="457200" indent="-457200" fontAlgn="auto">
              <a:lnSpc>
                <a:spcPct val="150000"/>
              </a:lnSpc>
              <a:spcAft>
                <a:spcPts val="0"/>
              </a:spcAft>
              <a:buFont typeface="+mj-lt"/>
              <a:buAutoNum type="arabicPeriod"/>
            </a:pPr>
            <a:r>
              <a:rPr lang="en-US" altLang="zh-CN" b="1" dirty="0">
                <a:solidFill>
                  <a:srgbClr val="019FDE"/>
                </a:solidFill>
              </a:rPr>
              <a:t>Background &amp; Motivation</a:t>
            </a:r>
          </a:p>
          <a:p>
            <a:pPr marL="457200" indent="-457200" fontAlgn="auto">
              <a:lnSpc>
                <a:spcPct val="150000"/>
              </a:lnSpc>
              <a:spcAft>
                <a:spcPts val="0"/>
              </a:spcAft>
              <a:buFont typeface="+mj-lt"/>
              <a:buAutoNum type="arabicPeriod"/>
            </a:pPr>
            <a:r>
              <a:rPr lang="en-US" altLang="zh-CN" b="1" dirty="0">
                <a:solidFill>
                  <a:srgbClr val="019FDE"/>
                </a:solidFill>
              </a:rPr>
              <a:t>Baseline Configuration</a:t>
            </a:r>
          </a:p>
          <a:p>
            <a:pPr marL="457200" indent="-457200" fontAlgn="auto">
              <a:lnSpc>
                <a:spcPct val="150000"/>
              </a:lnSpc>
              <a:spcAft>
                <a:spcPts val="0"/>
              </a:spcAft>
              <a:buFont typeface="+mj-lt"/>
              <a:buAutoNum type="arabicPeriod"/>
            </a:pPr>
            <a:r>
              <a:rPr lang="en-US" altLang="zh-CN" b="1" dirty="0">
                <a:solidFill>
                  <a:srgbClr val="019FDE"/>
                </a:solidFill>
              </a:rPr>
              <a:t>Low-Boom Design &amp; Analysis</a:t>
            </a:r>
          </a:p>
          <a:p>
            <a:pPr marL="457200" indent="-457200" fontAlgn="auto">
              <a:lnSpc>
                <a:spcPct val="150000"/>
              </a:lnSpc>
              <a:spcAft>
                <a:spcPts val="0"/>
              </a:spcAft>
              <a:buFont typeface="+mj-lt"/>
              <a:buAutoNum type="arabicPeriod"/>
            </a:pPr>
            <a:r>
              <a:rPr lang="en-US" altLang="zh-CN" b="1" dirty="0">
                <a:solidFill>
                  <a:srgbClr val="019FDE"/>
                </a:solidFill>
              </a:rPr>
              <a:t>Conclusions &amp; Outlook</a:t>
            </a:r>
            <a:endParaRPr lang="en-GB" b="1" dirty="0">
              <a:solidFill>
                <a:srgbClr val="019FDE"/>
              </a:solidFill>
            </a:endParaRPr>
          </a:p>
        </p:txBody>
      </p:sp>
    </p:spTree>
    <p:extLst>
      <p:ext uri="{BB962C8B-B14F-4D97-AF65-F5344CB8AC3E}">
        <p14:creationId xmlns:p14="http://schemas.microsoft.com/office/powerpoint/2010/main" val="14069397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E5600-C19C-4ACA-B870-536F2898F209}"/>
              </a:ext>
            </a:extLst>
          </p:cNvPr>
          <p:cNvSpPr>
            <a:spLocks noGrp="1"/>
          </p:cNvSpPr>
          <p:nvPr>
            <p:ph type="title"/>
          </p:nvPr>
        </p:nvSpPr>
        <p:spPr/>
        <p:txBody>
          <a:bodyPr/>
          <a:lstStyle/>
          <a:p>
            <a:r>
              <a:rPr lang="en-US" b="1" dirty="0"/>
              <a:t>1. Background &amp; Motivation</a:t>
            </a:r>
          </a:p>
        </p:txBody>
      </p:sp>
      <p:pic>
        <p:nvPicPr>
          <p:cNvPr id="7" name="图片 6">
            <a:extLst>
              <a:ext uri="{FF2B5EF4-FFF2-40B4-BE49-F238E27FC236}">
                <a16:creationId xmlns:a16="http://schemas.microsoft.com/office/drawing/2014/main" id="{1F623E6A-775B-53DF-DB0D-EC17B1681A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1886" y="1255268"/>
            <a:ext cx="4323662" cy="2763946"/>
          </a:xfrm>
          <a:prstGeom prst="rect">
            <a:avLst/>
          </a:prstGeom>
        </p:spPr>
      </p:pic>
      <p:sp>
        <p:nvSpPr>
          <p:cNvPr id="11" name="文本框 10">
            <a:extLst>
              <a:ext uri="{FF2B5EF4-FFF2-40B4-BE49-F238E27FC236}">
                <a16:creationId xmlns:a16="http://schemas.microsoft.com/office/drawing/2014/main" id="{B944E1E3-ECCE-0C04-E67D-ECCBE677F729}"/>
              </a:ext>
            </a:extLst>
          </p:cNvPr>
          <p:cNvSpPr txBox="1"/>
          <p:nvPr/>
        </p:nvSpPr>
        <p:spPr>
          <a:xfrm>
            <a:off x="2373717" y="4722080"/>
            <a:ext cx="5870783" cy="369332"/>
          </a:xfrm>
          <a:prstGeom prst="rect">
            <a:avLst/>
          </a:prstGeom>
          <a:noFill/>
        </p:spPr>
        <p:txBody>
          <a:bodyPr wrap="square">
            <a:spAutoFit/>
          </a:bodyPr>
          <a:lstStyle/>
          <a:p>
            <a:r>
              <a:rPr lang="en-US" altLang="zh-CN" sz="900" dirty="0">
                <a:solidFill>
                  <a:srgbClr val="222222"/>
                </a:solidFill>
                <a:latin typeface="微软雅黑" panose="020B0503020204020204" pitchFamily="34" charset="-122"/>
                <a:ea typeface="微软雅黑" panose="020B0503020204020204" pitchFamily="34" charset="-122"/>
              </a:rPr>
              <a:t>[1] Han et al., Sonic Boom Prediction and Low Sonic Boom Design Methods, Science Press, 2022.  </a:t>
            </a:r>
          </a:p>
          <a:p>
            <a:r>
              <a:rPr lang="en-US" altLang="zh-CN" sz="900" dirty="0">
                <a:solidFill>
                  <a:srgbClr val="222222"/>
                </a:solidFill>
                <a:latin typeface="微软雅黑" panose="020B0503020204020204" pitchFamily="34" charset="-122"/>
                <a:ea typeface="微软雅黑" panose="020B0503020204020204" pitchFamily="34" charset="-122"/>
              </a:rPr>
              <a:t>[2] NASA Aeronautics Strategic Implementation Plan, 2023.</a:t>
            </a:r>
            <a:endParaRPr lang="zh-CN" altLang="en-US" sz="900" dirty="0">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F99DAA0C-F8C5-CB6E-C8C3-0F51956C2DA8}"/>
              </a:ext>
            </a:extLst>
          </p:cNvPr>
          <p:cNvSpPr txBox="1"/>
          <p:nvPr/>
        </p:nvSpPr>
        <p:spPr>
          <a:xfrm>
            <a:off x="5059866" y="2180774"/>
            <a:ext cx="1341230" cy="461665"/>
          </a:xfrm>
          <a:prstGeom prst="rect">
            <a:avLst/>
          </a:prstGeom>
          <a:noFill/>
        </p:spPr>
        <p:txBody>
          <a:bodyPr wrap="square" rtlCol="0">
            <a:spAutoFit/>
          </a:bodyPr>
          <a:lstStyle/>
          <a:p>
            <a:pPr algn="ctr"/>
            <a:r>
              <a:rPr lang="en-US" altLang="zh-CN" sz="1200" b="1" dirty="0">
                <a:solidFill>
                  <a:srgbClr val="002060"/>
                </a:solidFill>
                <a:latin typeface="微软雅黑" panose="020B0503020204020204" pitchFamily="34" charset="-122"/>
                <a:ea typeface="微软雅黑" panose="020B0503020204020204" pitchFamily="34" charset="-122"/>
              </a:rPr>
              <a:t>Boeing 787:</a:t>
            </a:r>
          </a:p>
          <a:p>
            <a:pPr algn="ctr"/>
            <a:r>
              <a:rPr lang="en-US" altLang="zh-CN" sz="1200" b="1" dirty="0">
                <a:solidFill>
                  <a:srgbClr val="002060"/>
                </a:solidFill>
                <a:latin typeface="微软雅黑" panose="020B0503020204020204" pitchFamily="34" charset="-122"/>
                <a:ea typeface="微软雅黑" panose="020B0503020204020204" pitchFamily="34" charset="-122"/>
              </a:rPr>
              <a:t>Mach 0.85</a:t>
            </a:r>
          </a:p>
        </p:txBody>
      </p:sp>
      <p:grpSp>
        <p:nvGrpSpPr>
          <p:cNvPr id="13" name="组合 12">
            <a:extLst>
              <a:ext uri="{FF2B5EF4-FFF2-40B4-BE49-F238E27FC236}">
                <a16:creationId xmlns:a16="http://schemas.microsoft.com/office/drawing/2014/main" id="{2F2EEB8D-F15F-51F9-9889-132DEBA0D6FE}"/>
              </a:ext>
            </a:extLst>
          </p:cNvPr>
          <p:cNvGrpSpPr/>
          <p:nvPr/>
        </p:nvGrpSpPr>
        <p:grpSpPr>
          <a:xfrm>
            <a:off x="6872400" y="1126499"/>
            <a:ext cx="1814400" cy="887788"/>
            <a:chOff x="7802465" y="3967178"/>
            <a:chExt cx="3511331" cy="1537320"/>
          </a:xfrm>
        </p:grpSpPr>
        <p:pic>
          <p:nvPicPr>
            <p:cNvPr id="14" name="图片 13">
              <a:extLst>
                <a:ext uri="{FF2B5EF4-FFF2-40B4-BE49-F238E27FC236}">
                  <a16:creationId xmlns:a16="http://schemas.microsoft.com/office/drawing/2014/main" id="{32193973-C365-B04E-96B9-6BC29F854809}"/>
                </a:ext>
              </a:extLst>
            </p:cNvPr>
            <p:cNvPicPr>
              <a:picLocks noChangeAspect="1"/>
            </p:cNvPicPr>
            <p:nvPr/>
          </p:nvPicPr>
          <p:blipFill>
            <a:blip r:embed="rId4"/>
            <a:stretch>
              <a:fillRect/>
            </a:stretch>
          </p:blipFill>
          <p:spPr>
            <a:xfrm>
              <a:off x="7811890" y="3967178"/>
              <a:ext cx="3501906" cy="1537320"/>
            </a:xfrm>
            <a:prstGeom prst="rect">
              <a:avLst/>
            </a:prstGeom>
          </p:spPr>
        </p:pic>
        <p:sp>
          <p:nvSpPr>
            <p:cNvPr id="15" name="矩形 14">
              <a:extLst>
                <a:ext uri="{FF2B5EF4-FFF2-40B4-BE49-F238E27FC236}">
                  <a16:creationId xmlns:a16="http://schemas.microsoft.com/office/drawing/2014/main" id="{472C99D0-7C5B-F67C-2A9C-1E5B003EC252}"/>
                </a:ext>
              </a:extLst>
            </p:cNvPr>
            <p:cNvSpPr/>
            <p:nvPr/>
          </p:nvSpPr>
          <p:spPr>
            <a:xfrm>
              <a:off x="7802465" y="3967179"/>
              <a:ext cx="484385" cy="15483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文本框 15">
            <a:extLst>
              <a:ext uri="{FF2B5EF4-FFF2-40B4-BE49-F238E27FC236}">
                <a16:creationId xmlns:a16="http://schemas.microsoft.com/office/drawing/2014/main" id="{EBB2B2A8-64BA-A945-2945-FF068EF23CC0}"/>
              </a:ext>
            </a:extLst>
          </p:cNvPr>
          <p:cNvSpPr txBox="1"/>
          <p:nvPr/>
        </p:nvSpPr>
        <p:spPr>
          <a:xfrm>
            <a:off x="6768957" y="2193741"/>
            <a:ext cx="2026156" cy="461665"/>
          </a:xfrm>
          <a:prstGeom prst="rect">
            <a:avLst/>
          </a:prstGeom>
          <a:noFill/>
        </p:spPr>
        <p:txBody>
          <a:bodyPr wrap="square" rtlCol="0">
            <a:spAutoFit/>
          </a:bodyPr>
          <a:lstStyle/>
          <a:p>
            <a:pPr algn="ctr"/>
            <a:r>
              <a:rPr lang="en-US" altLang="zh-CN" sz="1200" b="1" dirty="0">
                <a:solidFill>
                  <a:srgbClr val="002060"/>
                </a:solidFill>
                <a:latin typeface="微软雅黑" panose="020B0503020204020204" pitchFamily="34" charset="-122"/>
                <a:ea typeface="微软雅黑" panose="020B0503020204020204" pitchFamily="34" charset="-122"/>
              </a:rPr>
              <a:t>Supersonic transport</a:t>
            </a:r>
            <a:r>
              <a:rPr lang="zh-CN" altLang="en-US" sz="1200" b="1" dirty="0">
                <a:solidFill>
                  <a:srgbClr val="002060"/>
                </a:solidFill>
                <a:latin typeface="微软雅黑" panose="020B0503020204020204" pitchFamily="34" charset="-122"/>
                <a:ea typeface="微软雅黑" panose="020B0503020204020204" pitchFamily="34" charset="-122"/>
              </a:rPr>
              <a:t>: </a:t>
            </a:r>
            <a:endParaRPr lang="en-US" altLang="zh-CN" sz="1200" b="1" dirty="0">
              <a:solidFill>
                <a:srgbClr val="002060"/>
              </a:solidFill>
              <a:latin typeface="微软雅黑" panose="020B0503020204020204" pitchFamily="34" charset="-122"/>
              <a:ea typeface="微软雅黑" panose="020B0503020204020204" pitchFamily="34" charset="-122"/>
            </a:endParaRPr>
          </a:p>
          <a:p>
            <a:pPr algn="ctr"/>
            <a:r>
              <a:rPr lang="zh-CN" altLang="en-US" sz="1200" b="1" dirty="0">
                <a:solidFill>
                  <a:srgbClr val="002060"/>
                </a:solidFill>
                <a:latin typeface="微软雅黑" panose="020B0503020204020204" pitchFamily="34" charset="-122"/>
                <a:ea typeface="微软雅黑" panose="020B0503020204020204" pitchFamily="34" charset="-122"/>
              </a:rPr>
              <a:t>Mach 2</a:t>
            </a:r>
          </a:p>
        </p:txBody>
      </p:sp>
      <p:sp>
        <p:nvSpPr>
          <p:cNvPr id="17" name="文本框 16">
            <a:extLst>
              <a:ext uri="{FF2B5EF4-FFF2-40B4-BE49-F238E27FC236}">
                <a16:creationId xmlns:a16="http://schemas.microsoft.com/office/drawing/2014/main" id="{A2DA9415-235C-CEBC-9061-80F567550640}"/>
              </a:ext>
            </a:extLst>
          </p:cNvPr>
          <p:cNvSpPr txBox="1"/>
          <p:nvPr/>
        </p:nvSpPr>
        <p:spPr>
          <a:xfrm>
            <a:off x="933136" y="2777817"/>
            <a:ext cx="1748592" cy="280928"/>
          </a:xfrm>
          <a:prstGeom prst="wedgeRoundRectCallout">
            <a:avLst>
              <a:gd name="adj1" fmla="val -867"/>
              <a:gd name="adj2" fmla="val -141278"/>
              <a:gd name="adj3" fmla="val 16667"/>
            </a:avLst>
          </a:prstGeom>
          <a:solidFill>
            <a:srgbClr val="0C3387"/>
          </a:solid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050" b="1" dirty="0">
                <a:solidFill>
                  <a:prstClr val="white"/>
                </a:solidFill>
                <a:latin typeface="微软雅黑" panose="020B0503020204020204" pitchFamily="34" charset="-122"/>
                <a:ea typeface="微软雅黑" panose="020B0503020204020204" pitchFamily="34" charset="-122"/>
              </a:rPr>
              <a:t>Asia-Pacific 3-h circle</a:t>
            </a:r>
          </a:p>
        </p:txBody>
      </p:sp>
      <p:sp>
        <p:nvSpPr>
          <p:cNvPr id="18" name="文本框 17">
            <a:extLst>
              <a:ext uri="{FF2B5EF4-FFF2-40B4-BE49-F238E27FC236}">
                <a16:creationId xmlns:a16="http://schemas.microsoft.com/office/drawing/2014/main" id="{A857A79D-447C-47E4-D55D-D74AE6101379}"/>
              </a:ext>
            </a:extLst>
          </p:cNvPr>
          <p:cNvSpPr txBox="1"/>
          <p:nvPr/>
        </p:nvSpPr>
        <p:spPr>
          <a:xfrm>
            <a:off x="1932870" y="3531538"/>
            <a:ext cx="1655573" cy="280928"/>
          </a:xfrm>
          <a:prstGeom prst="wedgeRoundRectCallout">
            <a:avLst>
              <a:gd name="adj1" fmla="val -37213"/>
              <a:gd name="adj2" fmla="val 87687"/>
              <a:gd name="adj3" fmla="val 16667"/>
            </a:avLst>
          </a:prstGeom>
          <a:solidFill>
            <a:srgbClr val="0C3387"/>
          </a:solid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5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Global 1-day circle</a:t>
            </a:r>
          </a:p>
        </p:txBody>
      </p:sp>
      <p:sp>
        <p:nvSpPr>
          <p:cNvPr id="19" name="文本框 18">
            <a:extLst>
              <a:ext uri="{FF2B5EF4-FFF2-40B4-BE49-F238E27FC236}">
                <a16:creationId xmlns:a16="http://schemas.microsoft.com/office/drawing/2014/main" id="{EF2BA710-B62D-BB6C-3DCF-8F7ED668633A}"/>
              </a:ext>
            </a:extLst>
          </p:cNvPr>
          <p:cNvSpPr txBox="1"/>
          <p:nvPr/>
        </p:nvSpPr>
        <p:spPr>
          <a:xfrm>
            <a:off x="1107668" y="721433"/>
            <a:ext cx="6448514" cy="400110"/>
          </a:xfrm>
          <a:prstGeom prst="rect">
            <a:avLst/>
          </a:prstGeom>
          <a:noFill/>
        </p:spPr>
        <p:txBody>
          <a:bodyPr wrap="square">
            <a:spAutoFit/>
          </a:bodyPr>
          <a:lstStyle/>
          <a:p>
            <a:pPr algn="ctr">
              <a:spcAft>
                <a:spcPts val="600"/>
              </a:spcAft>
              <a:defRPr/>
            </a:pPr>
            <a:r>
              <a:rPr kumimoji="0" lang="zh-CN" altLang="en-US" sz="2000" b="1" i="0" u="none" strike="noStrike" kern="1200" cap="none" spc="100" normalizeH="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Globalization demands </a:t>
            </a:r>
            <a:r>
              <a:rPr kumimoji="0" lang="zh-CN" altLang="en-US" sz="2000" b="1" i="0" u="none" strike="noStrike" kern="1200" cap="none" spc="100" normalizeH="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efficient travel</a:t>
            </a:r>
          </a:p>
        </p:txBody>
      </p:sp>
      <p:sp>
        <p:nvSpPr>
          <p:cNvPr id="20" name="矩形: 圆角 19">
            <a:extLst>
              <a:ext uri="{FF2B5EF4-FFF2-40B4-BE49-F238E27FC236}">
                <a16:creationId xmlns:a16="http://schemas.microsoft.com/office/drawing/2014/main" id="{85FD8044-401C-1DE7-AB9B-E3A9072ED287}"/>
              </a:ext>
            </a:extLst>
          </p:cNvPr>
          <p:cNvSpPr/>
          <p:nvPr/>
        </p:nvSpPr>
        <p:spPr>
          <a:xfrm>
            <a:off x="521887" y="4230000"/>
            <a:ext cx="8119275" cy="323165"/>
          </a:xfrm>
          <a:prstGeom prst="roundRect">
            <a:avLst/>
          </a:prstGeom>
          <a:solidFill>
            <a:schemeClr val="bg1"/>
          </a:solidFill>
          <a:ln w="12700">
            <a:solidFill>
              <a:srgbClr val="00206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New‑generation SSTs </a:t>
            </a:r>
            <a:r>
              <a:rPr lang="en-US" altLang="zh-CN"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hold great promise for future civil aviation.</a:t>
            </a:r>
            <a:endParaRPr kumimoji="0" lang="zh-CN" altLang="en-US" sz="2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grpSp>
        <p:nvGrpSpPr>
          <p:cNvPr id="21" name="组合 20">
            <a:extLst>
              <a:ext uri="{FF2B5EF4-FFF2-40B4-BE49-F238E27FC236}">
                <a16:creationId xmlns:a16="http://schemas.microsoft.com/office/drawing/2014/main" id="{4E475943-FE65-3573-3873-218A710BF127}"/>
              </a:ext>
            </a:extLst>
          </p:cNvPr>
          <p:cNvGrpSpPr/>
          <p:nvPr/>
        </p:nvGrpSpPr>
        <p:grpSpPr>
          <a:xfrm>
            <a:off x="4823281" y="2798178"/>
            <a:ext cx="3863519" cy="1254761"/>
            <a:chOff x="6873545" y="4157287"/>
            <a:chExt cx="4980298" cy="1792517"/>
          </a:xfrm>
        </p:grpSpPr>
        <p:sp>
          <p:nvSpPr>
            <p:cNvPr id="22" name="矩形 21">
              <a:extLst>
                <a:ext uri="{FF2B5EF4-FFF2-40B4-BE49-F238E27FC236}">
                  <a16:creationId xmlns:a16="http://schemas.microsoft.com/office/drawing/2014/main" id="{FBA66EDB-C880-4C2A-7765-BBD56E074DFB}"/>
                </a:ext>
              </a:extLst>
            </p:cNvPr>
            <p:cNvSpPr/>
            <p:nvPr/>
          </p:nvSpPr>
          <p:spPr>
            <a:xfrm>
              <a:off x="6873545" y="4157287"/>
              <a:ext cx="4980298" cy="1765463"/>
            </a:xfrm>
            <a:prstGeom prst="rect">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1600" dirty="0">
                <a:solidFill>
                  <a:schemeClr val="tx1"/>
                </a:solidFill>
                <a:latin typeface="Arial" pitchFamily="34" charset="0"/>
                <a:cs typeface="Arial" pitchFamily="34" charset="0"/>
              </a:endParaRPr>
            </a:p>
          </p:txBody>
        </p:sp>
        <p:sp>
          <p:nvSpPr>
            <p:cNvPr id="23" name="文本框 22">
              <a:extLst>
                <a:ext uri="{FF2B5EF4-FFF2-40B4-BE49-F238E27FC236}">
                  <a16:creationId xmlns:a16="http://schemas.microsoft.com/office/drawing/2014/main" id="{60BA6C5E-ED02-B4A9-8016-71E4A5A5C403}"/>
                </a:ext>
              </a:extLst>
            </p:cNvPr>
            <p:cNvSpPr txBox="1"/>
            <p:nvPr/>
          </p:nvSpPr>
          <p:spPr>
            <a:xfrm>
              <a:off x="6967647" y="4410920"/>
              <a:ext cx="4817371" cy="1538884"/>
            </a:xfrm>
            <a:prstGeom prst="rect">
              <a:avLst/>
            </a:prstGeom>
            <a:noFill/>
          </p:spPr>
          <p:txBody>
            <a:bodyPr wrap="square" lIns="0" tIns="0" rIns="0" bIns="0" rtlCol="0">
              <a:spAutoFit/>
            </a:bodyPr>
            <a:lstStyle/>
            <a:p>
              <a:pPr algn="just"/>
              <a:r>
                <a:rPr lang="zh-CN" altLang="en-US" sz="1400" dirty="0">
                  <a:latin typeface="微软雅黑" panose="020B0503020204020204" pitchFamily="34" charset="-122"/>
                  <a:ea typeface="微软雅黑" panose="020B0503020204020204" pitchFamily="34" charset="-122"/>
                </a:rPr>
                <a:t>NASA 2023 strategic plan: "Efficient, economical and eco-friendly supersonic transport will be a </a:t>
              </a:r>
              <a:r>
                <a:rPr lang="zh-CN" altLang="en-US" sz="1400" b="1" dirty="0">
                  <a:solidFill>
                    <a:srgbClr val="C00000"/>
                  </a:solidFill>
                  <a:latin typeface="微软雅黑" panose="020B0503020204020204" pitchFamily="34" charset="-122"/>
                  <a:ea typeface="微软雅黑" panose="020B0503020204020204" pitchFamily="34" charset="-122"/>
                </a:rPr>
                <a:t>gamechanger</a:t>
              </a:r>
              <a:r>
                <a:rPr lang="zh-CN" altLang="en-US" sz="1400" dirty="0">
                  <a:latin typeface="微软雅黑" panose="020B0503020204020204" pitchFamily="34" charset="-122"/>
                  <a:ea typeface="微软雅黑" panose="020B0503020204020204" pitchFamily="34" charset="-122"/>
                </a:rPr>
                <a:t> for intercontinental travel."</a:t>
              </a:r>
              <a:endParaRPr lang="zh-CN" altLang="en-US" dirty="0">
                <a:solidFill>
                  <a:srgbClr val="C00000"/>
                </a:solidFill>
                <a:latin typeface="微软雅黑" panose="020B0503020204020204" pitchFamily="34" charset="-122"/>
                <a:ea typeface="微软雅黑" panose="020B0503020204020204" pitchFamily="34" charset="-122"/>
                <a:cs typeface="Arial" pitchFamily="34" charset="0"/>
              </a:endParaRPr>
            </a:p>
          </p:txBody>
        </p:sp>
      </p:grpSp>
      <p:pic>
        <p:nvPicPr>
          <p:cNvPr id="24" name="图片 23">
            <a:extLst>
              <a:ext uri="{FF2B5EF4-FFF2-40B4-BE49-F238E27FC236}">
                <a16:creationId xmlns:a16="http://schemas.microsoft.com/office/drawing/2014/main" id="{FF0C3057-5746-643F-8477-3C9197EB6794}"/>
              </a:ext>
            </a:extLst>
          </p:cNvPr>
          <p:cNvPicPr>
            <a:picLocks noChangeAspect="1"/>
          </p:cNvPicPr>
          <p:nvPr/>
        </p:nvPicPr>
        <p:blipFill>
          <a:blip r:embed="rId5" cstate="print">
            <a:extLst>
              <a:ext uri="{28A0092B-C50C-407E-A947-70E740481C1C}">
                <a14:useLocalDpi xmlns:a14="http://schemas.microsoft.com/office/drawing/2010/main" val="0"/>
              </a:ext>
            </a:extLst>
          </a:blip>
          <a:srcRect l="4235" r="1909"/>
          <a:stretch>
            <a:fillRect/>
          </a:stretch>
        </p:blipFill>
        <p:spPr>
          <a:xfrm>
            <a:off x="4823281" y="1179600"/>
            <a:ext cx="1814400" cy="1087407"/>
          </a:xfrm>
          <a:prstGeom prst="rect">
            <a:avLst/>
          </a:prstGeom>
        </p:spPr>
      </p:pic>
    </p:spTree>
    <p:extLst>
      <p:ext uri="{BB962C8B-B14F-4D97-AF65-F5344CB8AC3E}">
        <p14:creationId xmlns:p14="http://schemas.microsoft.com/office/powerpoint/2010/main" val="132577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8EC739DB-DE83-0F13-69DB-E61CCB9DEF34}"/>
              </a:ext>
            </a:extLst>
          </p:cNvPr>
          <p:cNvSpPr>
            <a:spLocks noGrp="1"/>
          </p:cNvSpPr>
          <p:nvPr>
            <p:ph type="title"/>
          </p:nvPr>
        </p:nvSpPr>
        <p:spPr>
          <a:xfrm>
            <a:off x="457200" y="10913"/>
            <a:ext cx="8229600" cy="534392"/>
          </a:xfrm>
        </p:spPr>
        <p:txBody>
          <a:bodyPr/>
          <a:lstStyle/>
          <a:p>
            <a:r>
              <a:rPr lang="en-US" b="1" dirty="0"/>
              <a:t>1. Background &amp; Motivation</a:t>
            </a:r>
          </a:p>
        </p:txBody>
      </p:sp>
      <p:sp>
        <p:nvSpPr>
          <p:cNvPr id="6" name="矩形: 圆角 5">
            <a:extLst>
              <a:ext uri="{FF2B5EF4-FFF2-40B4-BE49-F238E27FC236}">
                <a16:creationId xmlns:a16="http://schemas.microsoft.com/office/drawing/2014/main" id="{496917EA-DB6D-D565-EC52-A9280E1CF139}"/>
              </a:ext>
            </a:extLst>
          </p:cNvPr>
          <p:cNvSpPr/>
          <p:nvPr/>
        </p:nvSpPr>
        <p:spPr>
          <a:xfrm>
            <a:off x="187404" y="4230000"/>
            <a:ext cx="8772092" cy="349149"/>
          </a:xfrm>
          <a:prstGeom prst="roundRect">
            <a:avLst/>
          </a:prstGeom>
          <a:solidFill>
            <a:schemeClr val="bg1"/>
          </a:solidFill>
          <a:ln w="12700">
            <a:solidFill>
              <a:srgbClr val="00206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02060"/>
                </a:solidFill>
                <a:latin typeface="微软雅黑" panose="020B0503020204020204" pitchFamily="34" charset="-122"/>
                <a:ea typeface="微软雅黑" panose="020B0503020204020204" pitchFamily="34" charset="-122"/>
              </a:rPr>
              <a:t>Existing low‑boom concepts suffer from limited economic performance.</a:t>
            </a:r>
            <a:endParaRPr lang="zh-CN" altLang="en-US" sz="2000" b="1" dirty="0">
              <a:solidFill>
                <a:srgbClr val="C00000"/>
              </a:solidFill>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1753A282-B841-785D-F5CA-74E7E5A51326}"/>
              </a:ext>
            </a:extLst>
          </p:cNvPr>
          <p:cNvSpPr txBox="1"/>
          <p:nvPr/>
        </p:nvSpPr>
        <p:spPr>
          <a:xfrm>
            <a:off x="1891663" y="953295"/>
            <a:ext cx="2734581" cy="215444"/>
          </a:xfrm>
          <a:prstGeom prst="rect">
            <a:avLst/>
          </a:prstGeom>
          <a:noFill/>
        </p:spPr>
        <p:txBody>
          <a:bodyPr wrap="square" lIns="0" tIns="0" rIns="0" bIns="0" rtlCol="0">
            <a:spAutoFit/>
          </a:bodyPr>
          <a:lstStyle/>
          <a:p>
            <a:pPr algn="ctr"/>
            <a:r>
              <a:rPr lang="zh-CN" altLang="en-US" sz="1400" b="1" dirty="0">
                <a:solidFill>
                  <a:srgbClr val="002060"/>
                </a:solidFill>
                <a:latin typeface="微软雅黑" panose="020B0503020204020204" pitchFamily="34" charset="-122"/>
                <a:ea typeface="微软雅黑" panose="020B0503020204020204" pitchFamily="34" charset="-122"/>
                <a:cs typeface="Arial" pitchFamily="34" charset="0"/>
              </a:rPr>
              <a:t>Loudness vs. seat capacity</a:t>
            </a:r>
          </a:p>
        </p:txBody>
      </p:sp>
      <p:sp>
        <p:nvSpPr>
          <p:cNvPr id="15" name="文本框 14">
            <a:extLst>
              <a:ext uri="{FF2B5EF4-FFF2-40B4-BE49-F238E27FC236}">
                <a16:creationId xmlns:a16="http://schemas.microsoft.com/office/drawing/2014/main" id="{6E26671F-0BDF-3C53-7CA0-684E89A3A959}"/>
              </a:ext>
            </a:extLst>
          </p:cNvPr>
          <p:cNvSpPr txBox="1"/>
          <p:nvPr/>
        </p:nvSpPr>
        <p:spPr>
          <a:xfrm>
            <a:off x="5635078" y="684945"/>
            <a:ext cx="3418191" cy="1231106"/>
          </a:xfrm>
          <a:prstGeom prst="rect">
            <a:avLst/>
          </a:prstGeom>
          <a:noFill/>
        </p:spPr>
        <p:txBody>
          <a:bodyPr wrap="square" lIns="0" tIns="0" rIns="0" bIns="0" rtlCol="0">
            <a:spAutoFit/>
          </a:bodyPr>
          <a:lstStyle/>
          <a:p>
            <a:r>
              <a:rPr lang="en-US" altLang="zh-CN" sz="1600" dirty="0">
                <a:solidFill>
                  <a:srgbClr val="002060"/>
                </a:solidFill>
                <a:latin typeface="微软雅黑" panose="020B0503020204020204" pitchFamily="34" charset="-122"/>
                <a:ea typeface="微软雅黑" panose="020B0503020204020204" pitchFamily="34" charset="-122"/>
                <a:cs typeface="Arial" pitchFamily="34" charset="0"/>
              </a:rPr>
              <a:t>Existing low‑boom concepts are generally limited to small‑PAX configurations</a:t>
            </a:r>
            <a:r>
              <a:rPr lang="zh-CN" altLang="en-US" sz="1600" dirty="0">
                <a:solidFill>
                  <a:srgbClr val="002060"/>
                </a:solidFill>
                <a:latin typeface="微软雅黑" panose="020B0503020204020204" pitchFamily="34" charset="-122"/>
                <a:ea typeface="微软雅黑" panose="020B0503020204020204" pitchFamily="34" charset="-122"/>
                <a:cs typeface="Arial" pitchFamily="34" charset="0"/>
              </a:rPr>
              <a:t>. Economically, SST needs more than </a:t>
            </a:r>
            <a:r>
              <a:rPr lang="zh-CN" altLang="en-US" sz="1600" b="1" dirty="0">
                <a:solidFill>
                  <a:srgbClr val="C00000"/>
                </a:solidFill>
                <a:latin typeface="微软雅黑" panose="020B0503020204020204" pitchFamily="34" charset="-122"/>
                <a:ea typeface="微软雅黑" panose="020B0503020204020204" pitchFamily="34" charset="-122"/>
                <a:cs typeface="Arial" pitchFamily="34" charset="0"/>
              </a:rPr>
              <a:t>50 seats</a:t>
            </a:r>
            <a:r>
              <a:rPr lang="zh-CN" altLang="en-US" sz="1600" dirty="0">
                <a:solidFill>
                  <a:srgbClr val="002060"/>
                </a:solidFill>
                <a:latin typeface="微软雅黑" panose="020B0503020204020204" pitchFamily="34" charset="-122"/>
                <a:ea typeface="微软雅黑" panose="020B0503020204020204" pitchFamily="34" charset="-122"/>
                <a:cs typeface="Arial" pitchFamily="34" charset="0"/>
              </a:rPr>
              <a:t> to form a stable, profitable business model.</a:t>
            </a:r>
          </a:p>
        </p:txBody>
      </p:sp>
      <p:sp>
        <p:nvSpPr>
          <p:cNvPr id="16" name="矩形 15">
            <a:extLst>
              <a:ext uri="{FF2B5EF4-FFF2-40B4-BE49-F238E27FC236}">
                <a16:creationId xmlns:a16="http://schemas.microsoft.com/office/drawing/2014/main" id="{1725CC91-7AF2-5DE6-DE5B-96F00244456B}"/>
              </a:ext>
            </a:extLst>
          </p:cNvPr>
          <p:cNvSpPr/>
          <p:nvPr/>
        </p:nvSpPr>
        <p:spPr>
          <a:xfrm>
            <a:off x="401426" y="3326480"/>
            <a:ext cx="5060180" cy="523936"/>
          </a:xfrm>
          <a:prstGeom prst="rect">
            <a:avLst/>
          </a:prstGeom>
          <a:solidFill>
            <a:schemeClr val="tx2">
              <a:lumMod val="10000"/>
              <a:lumOff val="90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cxnSp>
        <p:nvCxnSpPr>
          <p:cNvPr id="17" name="直接箭头连接符 16">
            <a:extLst>
              <a:ext uri="{FF2B5EF4-FFF2-40B4-BE49-F238E27FC236}">
                <a16:creationId xmlns:a16="http://schemas.microsoft.com/office/drawing/2014/main" id="{95623B18-1A4C-A6AF-3184-AD9262211B57}"/>
              </a:ext>
            </a:extLst>
          </p:cNvPr>
          <p:cNvCxnSpPr>
            <a:cxnSpLocks/>
          </p:cNvCxnSpPr>
          <p:nvPr/>
        </p:nvCxnSpPr>
        <p:spPr>
          <a:xfrm flipH="1" flipV="1">
            <a:off x="397708" y="682338"/>
            <a:ext cx="1535" cy="31877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直接箭头连接符 17">
            <a:extLst>
              <a:ext uri="{FF2B5EF4-FFF2-40B4-BE49-F238E27FC236}">
                <a16:creationId xmlns:a16="http://schemas.microsoft.com/office/drawing/2014/main" id="{9BDDBFBE-E264-6910-E02B-9926E9326F4E}"/>
              </a:ext>
            </a:extLst>
          </p:cNvPr>
          <p:cNvCxnSpPr>
            <a:cxnSpLocks/>
          </p:cNvCxnSpPr>
          <p:nvPr/>
        </p:nvCxnSpPr>
        <p:spPr>
          <a:xfrm flipV="1">
            <a:off x="399243" y="3859607"/>
            <a:ext cx="5148597" cy="2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直接连接符 18">
            <a:extLst>
              <a:ext uri="{FF2B5EF4-FFF2-40B4-BE49-F238E27FC236}">
                <a16:creationId xmlns:a16="http://schemas.microsoft.com/office/drawing/2014/main" id="{8E1BC91E-D69E-36E4-569F-7729E8F6C174}"/>
              </a:ext>
            </a:extLst>
          </p:cNvPr>
          <p:cNvCxnSpPr>
            <a:cxnSpLocks/>
          </p:cNvCxnSpPr>
          <p:nvPr/>
        </p:nvCxnSpPr>
        <p:spPr>
          <a:xfrm>
            <a:off x="399243" y="1138737"/>
            <a:ext cx="8179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0" name="直接连接符 19">
            <a:extLst>
              <a:ext uri="{FF2B5EF4-FFF2-40B4-BE49-F238E27FC236}">
                <a16:creationId xmlns:a16="http://schemas.microsoft.com/office/drawing/2014/main" id="{F24AD646-172E-EC2A-7EBA-B0A507BD9209}"/>
              </a:ext>
            </a:extLst>
          </p:cNvPr>
          <p:cNvCxnSpPr>
            <a:cxnSpLocks/>
          </p:cNvCxnSpPr>
          <p:nvPr/>
        </p:nvCxnSpPr>
        <p:spPr>
          <a:xfrm>
            <a:off x="399243" y="1682607"/>
            <a:ext cx="8179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直接连接符 20">
            <a:extLst>
              <a:ext uri="{FF2B5EF4-FFF2-40B4-BE49-F238E27FC236}">
                <a16:creationId xmlns:a16="http://schemas.microsoft.com/office/drawing/2014/main" id="{A82EA685-BDCE-31F3-7086-E2FEEDCE3CF6}"/>
              </a:ext>
            </a:extLst>
          </p:cNvPr>
          <p:cNvCxnSpPr>
            <a:cxnSpLocks/>
          </p:cNvCxnSpPr>
          <p:nvPr/>
        </p:nvCxnSpPr>
        <p:spPr>
          <a:xfrm>
            <a:off x="399243" y="2227619"/>
            <a:ext cx="8179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直接连接符 21">
            <a:extLst>
              <a:ext uri="{FF2B5EF4-FFF2-40B4-BE49-F238E27FC236}">
                <a16:creationId xmlns:a16="http://schemas.microsoft.com/office/drawing/2014/main" id="{288EBF47-539C-8B79-691A-3F06BEFA4A7D}"/>
              </a:ext>
            </a:extLst>
          </p:cNvPr>
          <p:cNvCxnSpPr>
            <a:cxnSpLocks/>
          </p:cNvCxnSpPr>
          <p:nvPr/>
        </p:nvCxnSpPr>
        <p:spPr>
          <a:xfrm>
            <a:off x="399243" y="2771490"/>
            <a:ext cx="8179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直接连接符 22">
            <a:extLst>
              <a:ext uri="{FF2B5EF4-FFF2-40B4-BE49-F238E27FC236}">
                <a16:creationId xmlns:a16="http://schemas.microsoft.com/office/drawing/2014/main" id="{F558FCAA-ED98-F433-5594-61DEE19F8FF6}"/>
              </a:ext>
            </a:extLst>
          </p:cNvPr>
          <p:cNvCxnSpPr>
            <a:cxnSpLocks/>
          </p:cNvCxnSpPr>
          <p:nvPr/>
        </p:nvCxnSpPr>
        <p:spPr>
          <a:xfrm>
            <a:off x="399243" y="3318963"/>
            <a:ext cx="81796" cy="0"/>
          </a:xfrm>
          <a:prstGeom prst="line">
            <a:avLst/>
          </a:prstGeom>
        </p:spPr>
        <p:style>
          <a:lnRef idx="2">
            <a:schemeClr val="accent1"/>
          </a:lnRef>
          <a:fillRef idx="0">
            <a:schemeClr val="accent1"/>
          </a:fillRef>
          <a:effectRef idx="1">
            <a:schemeClr val="accent1"/>
          </a:effectRef>
          <a:fontRef idx="minor">
            <a:schemeClr val="tx1"/>
          </a:fontRef>
        </p:style>
      </p:cxnSp>
      <p:sp>
        <p:nvSpPr>
          <p:cNvPr id="24" name="文本框 23">
            <a:extLst>
              <a:ext uri="{FF2B5EF4-FFF2-40B4-BE49-F238E27FC236}">
                <a16:creationId xmlns:a16="http://schemas.microsoft.com/office/drawing/2014/main" id="{B34AAFCE-7DB4-A6D1-0367-9BD4605DA34C}"/>
              </a:ext>
            </a:extLst>
          </p:cNvPr>
          <p:cNvSpPr txBox="1"/>
          <p:nvPr/>
        </p:nvSpPr>
        <p:spPr>
          <a:xfrm>
            <a:off x="-7992" y="3163285"/>
            <a:ext cx="486000" cy="307777"/>
          </a:xfrm>
          <a:prstGeom prst="rect">
            <a:avLst/>
          </a:prstGeom>
          <a:noFill/>
        </p:spPr>
        <p:txBody>
          <a:bodyPr wrap="square" rtlCol="0">
            <a:spAutoFit/>
          </a:bodyPr>
          <a:lstStyle/>
          <a:p>
            <a:pPr algn="ctr"/>
            <a:r>
              <a:rPr lang="en-US" altLang="zh-CN" sz="1400" b="1" dirty="0">
                <a:solidFill>
                  <a:srgbClr val="002060"/>
                </a:solidFill>
                <a:latin typeface="微软雅黑" panose="020B0503020204020204" pitchFamily="34" charset="-122"/>
                <a:ea typeface="微软雅黑" panose="020B0503020204020204" pitchFamily="34" charset="-122"/>
              </a:rPr>
              <a:t>70</a:t>
            </a:r>
            <a:endParaRPr lang="zh-CN" altLang="en-US" sz="1400" b="1" dirty="0">
              <a:solidFill>
                <a:srgbClr val="002060"/>
              </a:solidFill>
              <a:latin typeface="微软雅黑" panose="020B0503020204020204" pitchFamily="34" charset="-122"/>
              <a:ea typeface="微软雅黑" panose="020B0503020204020204" pitchFamily="34" charset="-122"/>
            </a:endParaRPr>
          </a:p>
        </p:txBody>
      </p:sp>
      <p:sp>
        <p:nvSpPr>
          <p:cNvPr id="25" name="文本框 24">
            <a:extLst>
              <a:ext uri="{FF2B5EF4-FFF2-40B4-BE49-F238E27FC236}">
                <a16:creationId xmlns:a16="http://schemas.microsoft.com/office/drawing/2014/main" id="{BD1F687B-043B-43E0-20A0-BDF5EFFCB6EF}"/>
              </a:ext>
            </a:extLst>
          </p:cNvPr>
          <p:cNvSpPr txBox="1"/>
          <p:nvPr/>
        </p:nvSpPr>
        <p:spPr>
          <a:xfrm>
            <a:off x="1534" y="2645271"/>
            <a:ext cx="486000" cy="307777"/>
          </a:xfrm>
          <a:prstGeom prst="rect">
            <a:avLst/>
          </a:prstGeom>
          <a:noFill/>
        </p:spPr>
        <p:txBody>
          <a:bodyPr wrap="square" rtlCol="0">
            <a:spAutoFit/>
          </a:bodyPr>
          <a:lstStyle>
            <a:defPPr>
              <a:defRPr lang="en-US"/>
            </a:defPPr>
            <a:lvl1pPr algn="ctr">
              <a:defRPr sz="1400" b="1">
                <a:solidFill>
                  <a:srgbClr val="002060"/>
                </a:solidFill>
                <a:latin typeface="微软雅黑" panose="020B0503020204020204" pitchFamily="34" charset="-122"/>
                <a:ea typeface="微软雅黑" panose="020B0503020204020204" pitchFamily="34" charset="-122"/>
              </a:defRPr>
            </a:lvl1pPr>
          </a:lstStyle>
          <a:p>
            <a:r>
              <a:rPr lang="en-US" altLang="zh-CN" dirty="0"/>
              <a:t>75</a:t>
            </a:r>
            <a:endParaRPr lang="zh-CN" altLang="en-US" dirty="0"/>
          </a:p>
        </p:txBody>
      </p:sp>
      <p:sp>
        <p:nvSpPr>
          <p:cNvPr id="26" name="文本框 25">
            <a:extLst>
              <a:ext uri="{FF2B5EF4-FFF2-40B4-BE49-F238E27FC236}">
                <a16:creationId xmlns:a16="http://schemas.microsoft.com/office/drawing/2014/main" id="{AA62ABA0-599E-E6CD-61E3-027BBDB87E03}"/>
              </a:ext>
            </a:extLst>
          </p:cNvPr>
          <p:cNvSpPr txBox="1"/>
          <p:nvPr/>
        </p:nvSpPr>
        <p:spPr>
          <a:xfrm>
            <a:off x="1533" y="2097553"/>
            <a:ext cx="486000" cy="307777"/>
          </a:xfrm>
          <a:prstGeom prst="rect">
            <a:avLst/>
          </a:prstGeom>
          <a:noFill/>
        </p:spPr>
        <p:txBody>
          <a:bodyPr wrap="square" rtlCol="0">
            <a:spAutoFit/>
          </a:bodyPr>
          <a:lstStyle/>
          <a:p>
            <a:pPr algn="ctr"/>
            <a:r>
              <a:rPr lang="en-US" altLang="zh-CN" sz="1400" b="1" dirty="0">
                <a:solidFill>
                  <a:srgbClr val="002060"/>
                </a:solidFill>
                <a:latin typeface="微软雅黑" panose="020B0503020204020204" pitchFamily="34" charset="-122"/>
                <a:ea typeface="微软雅黑" panose="020B0503020204020204" pitchFamily="34" charset="-122"/>
              </a:rPr>
              <a:t>80</a:t>
            </a:r>
            <a:endParaRPr lang="zh-CN" altLang="en-US" sz="1400" b="1" dirty="0">
              <a:solidFill>
                <a:srgbClr val="002060"/>
              </a:solidFill>
              <a:latin typeface="微软雅黑" panose="020B0503020204020204" pitchFamily="34" charset="-122"/>
              <a:ea typeface="微软雅黑" panose="020B0503020204020204" pitchFamily="34" charset="-122"/>
            </a:endParaRPr>
          </a:p>
        </p:txBody>
      </p:sp>
      <p:sp>
        <p:nvSpPr>
          <p:cNvPr id="27" name="文本框 26">
            <a:extLst>
              <a:ext uri="{FF2B5EF4-FFF2-40B4-BE49-F238E27FC236}">
                <a16:creationId xmlns:a16="http://schemas.microsoft.com/office/drawing/2014/main" id="{19D04C1D-E386-2832-3C3D-633424F86123}"/>
              </a:ext>
            </a:extLst>
          </p:cNvPr>
          <p:cNvSpPr txBox="1"/>
          <p:nvPr/>
        </p:nvSpPr>
        <p:spPr>
          <a:xfrm>
            <a:off x="0" y="1556890"/>
            <a:ext cx="486000" cy="523220"/>
          </a:xfrm>
          <a:prstGeom prst="rect">
            <a:avLst/>
          </a:prstGeom>
          <a:noFill/>
        </p:spPr>
        <p:txBody>
          <a:bodyPr wrap="square" rtlCol="0">
            <a:spAutoFit/>
          </a:bodyPr>
          <a:lstStyle/>
          <a:p>
            <a:pPr algn="ctr"/>
            <a:r>
              <a:rPr lang="en-US" altLang="zh-CN" sz="1400" b="1" dirty="0">
                <a:solidFill>
                  <a:srgbClr val="002060"/>
                </a:solidFill>
                <a:latin typeface="微软雅黑" panose="020B0503020204020204" pitchFamily="34" charset="-122"/>
                <a:ea typeface="微软雅黑" panose="020B0503020204020204" pitchFamily="34" charset="-122"/>
              </a:rPr>
              <a:t>85</a:t>
            </a:r>
            <a:endParaRPr lang="zh-CN" altLang="en-US" sz="1400" b="1" dirty="0">
              <a:solidFill>
                <a:srgbClr val="002060"/>
              </a:solidFill>
              <a:latin typeface="微软雅黑" panose="020B0503020204020204" pitchFamily="34" charset="-122"/>
              <a:ea typeface="微软雅黑" panose="020B0503020204020204" pitchFamily="34" charset="-122"/>
            </a:endParaRPr>
          </a:p>
        </p:txBody>
      </p:sp>
      <p:sp>
        <p:nvSpPr>
          <p:cNvPr id="28" name="文本框 27">
            <a:extLst>
              <a:ext uri="{FF2B5EF4-FFF2-40B4-BE49-F238E27FC236}">
                <a16:creationId xmlns:a16="http://schemas.microsoft.com/office/drawing/2014/main" id="{CA7B6B56-12A1-72D6-9744-21202BC252BF}"/>
              </a:ext>
            </a:extLst>
          </p:cNvPr>
          <p:cNvSpPr txBox="1"/>
          <p:nvPr/>
        </p:nvSpPr>
        <p:spPr>
          <a:xfrm>
            <a:off x="3718" y="1009437"/>
            <a:ext cx="486000" cy="523220"/>
          </a:xfrm>
          <a:prstGeom prst="rect">
            <a:avLst/>
          </a:prstGeom>
          <a:noFill/>
        </p:spPr>
        <p:txBody>
          <a:bodyPr wrap="square" rtlCol="0">
            <a:spAutoFit/>
          </a:bodyPr>
          <a:lstStyle/>
          <a:p>
            <a:pPr algn="ctr"/>
            <a:r>
              <a:rPr lang="en-US" altLang="zh-CN" sz="1400" b="1" dirty="0">
                <a:solidFill>
                  <a:srgbClr val="002060"/>
                </a:solidFill>
                <a:latin typeface="微软雅黑" panose="020B0503020204020204" pitchFamily="34" charset="-122"/>
                <a:ea typeface="微软雅黑" panose="020B0503020204020204" pitchFamily="34" charset="-122"/>
              </a:rPr>
              <a:t>90</a:t>
            </a:r>
            <a:endParaRPr lang="zh-CN" altLang="en-US" sz="1400" b="1" dirty="0">
              <a:solidFill>
                <a:srgbClr val="002060"/>
              </a:solidFill>
              <a:latin typeface="微软雅黑" panose="020B0503020204020204" pitchFamily="34" charset="-122"/>
              <a:ea typeface="微软雅黑" panose="020B0503020204020204" pitchFamily="34" charset="-122"/>
            </a:endParaRPr>
          </a:p>
        </p:txBody>
      </p:sp>
      <p:cxnSp>
        <p:nvCxnSpPr>
          <p:cNvPr id="29" name="直接连接符 28">
            <a:extLst>
              <a:ext uri="{FF2B5EF4-FFF2-40B4-BE49-F238E27FC236}">
                <a16:creationId xmlns:a16="http://schemas.microsoft.com/office/drawing/2014/main" id="{405ABA84-1115-A32D-EE68-B91E0F5C77D2}"/>
              </a:ext>
            </a:extLst>
          </p:cNvPr>
          <p:cNvCxnSpPr/>
          <p:nvPr/>
        </p:nvCxnSpPr>
        <p:spPr>
          <a:xfrm>
            <a:off x="1491490" y="3747948"/>
            <a:ext cx="0" cy="111679"/>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直接连接符 29">
            <a:extLst>
              <a:ext uri="{FF2B5EF4-FFF2-40B4-BE49-F238E27FC236}">
                <a16:creationId xmlns:a16="http://schemas.microsoft.com/office/drawing/2014/main" id="{8D194DEE-9D99-6FB8-FE55-3CCBEC4146DC}"/>
              </a:ext>
            </a:extLst>
          </p:cNvPr>
          <p:cNvCxnSpPr/>
          <p:nvPr/>
        </p:nvCxnSpPr>
        <p:spPr>
          <a:xfrm>
            <a:off x="2579233" y="3747948"/>
            <a:ext cx="0" cy="111679"/>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直接连接符 30">
            <a:extLst>
              <a:ext uri="{FF2B5EF4-FFF2-40B4-BE49-F238E27FC236}">
                <a16:creationId xmlns:a16="http://schemas.microsoft.com/office/drawing/2014/main" id="{B9C9B81B-F093-472F-513C-34B244C49388}"/>
              </a:ext>
            </a:extLst>
          </p:cNvPr>
          <p:cNvCxnSpPr/>
          <p:nvPr/>
        </p:nvCxnSpPr>
        <p:spPr>
          <a:xfrm>
            <a:off x="3670576" y="3746529"/>
            <a:ext cx="0" cy="111679"/>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直接连接符 31">
            <a:extLst>
              <a:ext uri="{FF2B5EF4-FFF2-40B4-BE49-F238E27FC236}">
                <a16:creationId xmlns:a16="http://schemas.microsoft.com/office/drawing/2014/main" id="{2064B1C0-EBFB-456B-FF62-3D0133CD3801}"/>
              </a:ext>
            </a:extLst>
          </p:cNvPr>
          <p:cNvCxnSpPr/>
          <p:nvPr/>
        </p:nvCxnSpPr>
        <p:spPr>
          <a:xfrm>
            <a:off x="4760065" y="3746527"/>
            <a:ext cx="0" cy="111679"/>
          </a:xfrm>
          <a:prstGeom prst="line">
            <a:avLst/>
          </a:prstGeom>
        </p:spPr>
        <p:style>
          <a:lnRef idx="2">
            <a:schemeClr val="accent1"/>
          </a:lnRef>
          <a:fillRef idx="0">
            <a:schemeClr val="accent1"/>
          </a:fillRef>
          <a:effectRef idx="1">
            <a:schemeClr val="accent1"/>
          </a:effectRef>
          <a:fontRef idx="minor">
            <a:schemeClr val="tx1"/>
          </a:fontRef>
        </p:style>
      </p:cxnSp>
      <p:sp>
        <p:nvSpPr>
          <p:cNvPr id="33" name="文本框 32">
            <a:extLst>
              <a:ext uri="{FF2B5EF4-FFF2-40B4-BE49-F238E27FC236}">
                <a16:creationId xmlns:a16="http://schemas.microsoft.com/office/drawing/2014/main" id="{7B13CCC7-2949-5A91-0EE3-B4BDF67621D6}"/>
              </a:ext>
            </a:extLst>
          </p:cNvPr>
          <p:cNvSpPr txBox="1"/>
          <p:nvPr/>
        </p:nvSpPr>
        <p:spPr>
          <a:xfrm>
            <a:off x="1254879" y="3870037"/>
            <a:ext cx="495523" cy="307777"/>
          </a:xfrm>
          <a:prstGeom prst="rect">
            <a:avLst/>
          </a:prstGeom>
          <a:noFill/>
        </p:spPr>
        <p:txBody>
          <a:bodyPr wrap="square" rtlCol="0">
            <a:spAutoFit/>
          </a:bodyPr>
          <a:lstStyle/>
          <a:p>
            <a:r>
              <a:rPr lang="en-US" altLang="zh-CN" sz="1400" b="1" dirty="0">
                <a:solidFill>
                  <a:srgbClr val="002060"/>
                </a:solidFill>
                <a:latin typeface="微软雅黑" panose="020B0503020204020204" pitchFamily="34" charset="-122"/>
                <a:ea typeface="微软雅黑" panose="020B0503020204020204" pitchFamily="34" charset="-122"/>
              </a:rPr>
              <a:t>10</a:t>
            </a:r>
            <a:endParaRPr lang="zh-CN" altLang="en-US" sz="1400" b="1" dirty="0">
              <a:solidFill>
                <a:srgbClr val="002060"/>
              </a:solidFill>
              <a:latin typeface="微软雅黑" panose="020B0503020204020204" pitchFamily="34" charset="-122"/>
              <a:ea typeface="微软雅黑" panose="020B0503020204020204" pitchFamily="34" charset="-122"/>
            </a:endParaRPr>
          </a:p>
        </p:txBody>
      </p:sp>
      <p:sp>
        <p:nvSpPr>
          <p:cNvPr id="34" name="文本框 33">
            <a:extLst>
              <a:ext uri="{FF2B5EF4-FFF2-40B4-BE49-F238E27FC236}">
                <a16:creationId xmlns:a16="http://schemas.microsoft.com/office/drawing/2014/main" id="{28394845-2335-8B87-65E6-ECCFA29AFF92}"/>
              </a:ext>
            </a:extLst>
          </p:cNvPr>
          <p:cNvSpPr txBox="1"/>
          <p:nvPr/>
        </p:nvSpPr>
        <p:spPr>
          <a:xfrm>
            <a:off x="2415729" y="3870037"/>
            <a:ext cx="496800" cy="523220"/>
          </a:xfrm>
          <a:prstGeom prst="rect">
            <a:avLst/>
          </a:prstGeom>
          <a:noFill/>
        </p:spPr>
        <p:txBody>
          <a:bodyPr wrap="square" rtlCol="0">
            <a:spAutoFit/>
          </a:bodyPr>
          <a:lstStyle/>
          <a:p>
            <a:r>
              <a:rPr lang="en-US" altLang="zh-CN" sz="1400" b="1" dirty="0">
                <a:solidFill>
                  <a:srgbClr val="002060"/>
                </a:solidFill>
                <a:latin typeface="微软雅黑" panose="020B0503020204020204" pitchFamily="34" charset="-122"/>
                <a:ea typeface="微软雅黑" panose="020B0503020204020204" pitchFamily="34" charset="-122"/>
              </a:rPr>
              <a:t>20</a:t>
            </a:r>
            <a:endParaRPr lang="zh-CN" altLang="en-US" sz="1400" b="1" dirty="0">
              <a:solidFill>
                <a:srgbClr val="002060"/>
              </a:solidFill>
              <a:latin typeface="微软雅黑" panose="020B0503020204020204" pitchFamily="34" charset="-122"/>
              <a:ea typeface="微软雅黑" panose="020B0503020204020204" pitchFamily="34" charset="-122"/>
            </a:endParaRPr>
          </a:p>
        </p:txBody>
      </p:sp>
      <p:sp>
        <p:nvSpPr>
          <p:cNvPr id="35" name="文本框 34">
            <a:extLst>
              <a:ext uri="{FF2B5EF4-FFF2-40B4-BE49-F238E27FC236}">
                <a16:creationId xmlns:a16="http://schemas.microsoft.com/office/drawing/2014/main" id="{BDEE596C-288C-DF8E-6F50-C8223F90D922}"/>
              </a:ext>
            </a:extLst>
          </p:cNvPr>
          <p:cNvSpPr txBox="1"/>
          <p:nvPr/>
        </p:nvSpPr>
        <p:spPr>
          <a:xfrm>
            <a:off x="3507508" y="3870037"/>
            <a:ext cx="496800" cy="523220"/>
          </a:xfrm>
          <a:prstGeom prst="rect">
            <a:avLst/>
          </a:prstGeom>
          <a:noFill/>
        </p:spPr>
        <p:txBody>
          <a:bodyPr wrap="square" rtlCol="0">
            <a:spAutoFit/>
          </a:bodyPr>
          <a:lstStyle/>
          <a:p>
            <a:r>
              <a:rPr lang="en-US" altLang="zh-CN" sz="1400" b="1" dirty="0">
                <a:solidFill>
                  <a:srgbClr val="002060"/>
                </a:solidFill>
                <a:latin typeface="微软雅黑" panose="020B0503020204020204" pitchFamily="34" charset="-122"/>
                <a:ea typeface="微软雅黑" panose="020B0503020204020204" pitchFamily="34" charset="-122"/>
              </a:rPr>
              <a:t>30</a:t>
            </a:r>
            <a:endParaRPr lang="zh-CN" altLang="en-US" sz="1400" b="1" dirty="0">
              <a:solidFill>
                <a:srgbClr val="002060"/>
              </a:solidFill>
              <a:latin typeface="微软雅黑" panose="020B0503020204020204" pitchFamily="34" charset="-122"/>
              <a:ea typeface="微软雅黑" panose="020B0503020204020204" pitchFamily="34" charset="-122"/>
            </a:endParaRPr>
          </a:p>
        </p:txBody>
      </p:sp>
      <p:sp>
        <p:nvSpPr>
          <p:cNvPr id="36" name="文本框 35">
            <a:extLst>
              <a:ext uri="{FF2B5EF4-FFF2-40B4-BE49-F238E27FC236}">
                <a16:creationId xmlns:a16="http://schemas.microsoft.com/office/drawing/2014/main" id="{A5297C39-E4DD-EEF4-AB35-4EA729449AA7}"/>
              </a:ext>
            </a:extLst>
          </p:cNvPr>
          <p:cNvSpPr txBox="1"/>
          <p:nvPr/>
        </p:nvSpPr>
        <p:spPr>
          <a:xfrm>
            <a:off x="4590840" y="3870037"/>
            <a:ext cx="496800" cy="523220"/>
          </a:xfrm>
          <a:prstGeom prst="rect">
            <a:avLst/>
          </a:prstGeom>
          <a:noFill/>
        </p:spPr>
        <p:txBody>
          <a:bodyPr wrap="square" rtlCol="0">
            <a:spAutoFit/>
          </a:bodyPr>
          <a:lstStyle/>
          <a:p>
            <a:r>
              <a:rPr lang="en-US" altLang="zh-CN" sz="1400" b="1" dirty="0">
                <a:solidFill>
                  <a:srgbClr val="002060"/>
                </a:solidFill>
                <a:latin typeface="微软雅黑" panose="020B0503020204020204" pitchFamily="34" charset="-122"/>
                <a:ea typeface="微软雅黑" panose="020B0503020204020204" pitchFamily="34" charset="-122"/>
              </a:rPr>
              <a:t>40</a:t>
            </a:r>
            <a:endParaRPr lang="zh-CN" altLang="en-US" sz="1400" b="1" dirty="0">
              <a:solidFill>
                <a:srgbClr val="002060"/>
              </a:solidFill>
              <a:latin typeface="微软雅黑" panose="020B0503020204020204" pitchFamily="34" charset="-122"/>
              <a:ea typeface="微软雅黑" panose="020B0503020204020204" pitchFamily="34" charset="-122"/>
            </a:endParaRPr>
          </a:p>
        </p:txBody>
      </p:sp>
      <p:pic>
        <p:nvPicPr>
          <p:cNvPr id="37" name="图片 36" descr="图片1">
            <a:extLst>
              <a:ext uri="{FF2B5EF4-FFF2-40B4-BE49-F238E27FC236}">
                <a16:creationId xmlns:a16="http://schemas.microsoft.com/office/drawing/2014/main" id="{7B75FAC0-86BC-351C-995A-865BCE6F988A}"/>
              </a:ext>
            </a:extLst>
          </p:cNvPr>
          <p:cNvPicPr>
            <a:picLocks noChangeAspect="1"/>
          </p:cNvPicPr>
          <p:nvPr/>
        </p:nvPicPr>
        <p:blipFill>
          <a:blip r:embed="rId3"/>
          <a:stretch>
            <a:fillRect/>
          </a:stretch>
        </p:blipFill>
        <p:spPr>
          <a:xfrm>
            <a:off x="484530" y="2602537"/>
            <a:ext cx="1089047" cy="379037"/>
          </a:xfrm>
          <a:prstGeom prst="rect">
            <a:avLst/>
          </a:prstGeom>
          <a:effectLst/>
        </p:spPr>
      </p:pic>
      <p:pic>
        <p:nvPicPr>
          <p:cNvPr id="38" name="图片 37" descr="图片2">
            <a:extLst>
              <a:ext uri="{FF2B5EF4-FFF2-40B4-BE49-F238E27FC236}">
                <a16:creationId xmlns:a16="http://schemas.microsoft.com/office/drawing/2014/main" id="{7CCAACA9-7E5E-5DAF-B731-457C883A7D22}"/>
              </a:ext>
            </a:extLst>
          </p:cNvPr>
          <p:cNvPicPr>
            <a:picLocks noChangeAspect="1"/>
          </p:cNvPicPr>
          <p:nvPr/>
        </p:nvPicPr>
        <p:blipFill>
          <a:blip r:embed="rId4"/>
          <a:srcRect l="445" t="519"/>
          <a:stretch>
            <a:fillRect/>
          </a:stretch>
        </p:blipFill>
        <p:spPr>
          <a:xfrm>
            <a:off x="4215541" y="2017866"/>
            <a:ext cx="1089047" cy="428098"/>
          </a:xfrm>
          <a:prstGeom prst="snip2SameRect">
            <a:avLst/>
          </a:prstGeom>
          <a:effectLst/>
        </p:spPr>
      </p:pic>
      <p:pic>
        <p:nvPicPr>
          <p:cNvPr id="39" name="图片 38">
            <a:extLst>
              <a:ext uri="{FF2B5EF4-FFF2-40B4-BE49-F238E27FC236}">
                <a16:creationId xmlns:a16="http://schemas.microsoft.com/office/drawing/2014/main" id="{732EE97D-135C-542C-E632-4BF1A6740576}"/>
              </a:ext>
            </a:extLst>
          </p:cNvPr>
          <p:cNvPicPr>
            <a:picLocks noChangeAspect="1"/>
          </p:cNvPicPr>
          <p:nvPr/>
        </p:nvPicPr>
        <p:blipFill>
          <a:blip r:embed="rId5">
            <a:clrChange>
              <a:clrFrom>
                <a:srgbClr val="FFFFFF"/>
              </a:clrFrom>
              <a:clrTo>
                <a:srgbClr val="FFFFFF">
                  <a:alpha val="0"/>
                </a:srgbClr>
              </a:clrTo>
            </a:clrChange>
          </a:blip>
          <a:srcRect l="17917" t="18722" r="4849" b="32074"/>
          <a:stretch>
            <a:fillRect/>
          </a:stretch>
        </p:blipFill>
        <p:spPr>
          <a:xfrm>
            <a:off x="2034375" y="2097553"/>
            <a:ext cx="1089047" cy="317409"/>
          </a:xfrm>
          <a:prstGeom prst="rect">
            <a:avLst/>
          </a:prstGeom>
          <a:effectLst/>
        </p:spPr>
      </p:pic>
      <p:pic>
        <p:nvPicPr>
          <p:cNvPr id="40" name="图片 39">
            <a:extLst>
              <a:ext uri="{FF2B5EF4-FFF2-40B4-BE49-F238E27FC236}">
                <a16:creationId xmlns:a16="http://schemas.microsoft.com/office/drawing/2014/main" id="{613C87AE-A5CD-B334-E1F2-90AA00674EA4}"/>
              </a:ext>
            </a:extLst>
          </p:cNvPr>
          <p:cNvPicPr>
            <a:picLocks noChangeAspect="1"/>
          </p:cNvPicPr>
          <p:nvPr/>
        </p:nvPicPr>
        <p:blipFill>
          <a:blip r:embed="rId6">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l="53177" t="653" r="1231" b="62790"/>
          <a:stretch>
            <a:fillRect/>
          </a:stretch>
        </p:blipFill>
        <p:spPr>
          <a:xfrm>
            <a:off x="3359444" y="1474250"/>
            <a:ext cx="1089047" cy="416714"/>
          </a:xfrm>
          <a:prstGeom prst="rect">
            <a:avLst/>
          </a:prstGeom>
          <a:noFill/>
          <a:ln>
            <a:noFill/>
          </a:ln>
          <a:effectLst/>
        </p:spPr>
      </p:pic>
      <p:sp>
        <p:nvSpPr>
          <p:cNvPr id="41" name="文本框 40">
            <a:extLst>
              <a:ext uri="{FF2B5EF4-FFF2-40B4-BE49-F238E27FC236}">
                <a16:creationId xmlns:a16="http://schemas.microsoft.com/office/drawing/2014/main" id="{7439E101-EF11-83F5-506E-AF76643DFDA9}"/>
              </a:ext>
            </a:extLst>
          </p:cNvPr>
          <p:cNvSpPr txBox="1"/>
          <p:nvPr/>
        </p:nvSpPr>
        <p:spPr>
          <a:xfrm>
            <a:off x="481039" y="682338"/>
            <a:ext cx="1652163" cy="307777"/>
          </a:xfrm>
          <a:prstGeom prst="rect">
            <a:avLst/>
          </a:prstGeom>
          <a:noFill/>
        </p:spPr>
        <p:txBody>
          <a:bodyPr wrap="square" rtlCol="0">
            <a:spAutoFit/>
          </a:bodyPr>
          <a:lstStyle/>
          <a:p>
            <a:r>
              <a:rPr lang="zh-CN" altLang="en-US" sz="1400" b="1" dirty="0">
                <a:solidFill>
                  <a:srgbClr val="002060"/>
                </a:solidFill>
                <a:latin typeface="微软雅黑" panose="020B0503020204020204" pitchFamily="34" charset="-122"/>
                <a:ea typeface="微软雅黑" panose="020B0503020204020204" pitchFamily="34" charset="-122"/>
              </a:rPr>
              <a:t>Loudness (PLdB)</a:t>
            </a:r>
          </a:p>
        </p:txBody>
      </p:sp>
      <p:sp>
        <p:nvSpPr>
          <p:cNvPr id="42" name="文本框 41">
            <a:extLst>
              <a:ext uri="{FF2B5EF4-FFF2-40B4-BE49-F238E27FC236}">
                <a16:creationId xmlns:a16="http://schemas.microsoft.com/office/drawing/2014/main" id="{749E9956-5DEF-12F9-2F5C-6F19B1F528D6}"/>
              </a:ext>
            </a:extLst>
          </p:cNvPr>
          <p:cNvSpPr txBox="1"/>
          <p:nvPr/>
        </p:nvSpPr>
        <p:spPr>
          <a:xfrm>
            <a:off x="5515044" y="3729807"/>
            <a:ext cx="556322" cy="261610"/>
          </a:xfrm>
          <a:prstGeom prst="rect">
            <a:avLst/>
          </a:prstGeom>
          <a:noFill/>
        </p:spPr>
        <p:txBody>
          <a:bodyPr wrap="square" rtlCol="0">
            <a:spAutoFit/>
          </a:bodyPr>
          <a:lstStyle/>
          <a:p>
            <a:r>
              <a:rPr lang="zh-CN" altLang="en-US" sz="1100" b="1" dirty="0">
                <a:solidFill>
                  <a:srgbClr val="002060"/>
                </a:solidFill>
                <a:latin typeface="微软雅黑" panose="020B0503020204020204" pitchFamily="34" charset="-122"/>
                <a:ea typeface="微软雅黑" panose="020B0503020204020204" pitchFamily="34" charset="-122"/>
              </a:rPr>
              <a:t>Seats</a:t>
            </a:r>
          </a:p>
        </p:txBody>
      </p:sp>
      <p:cxnSp>
        <p:nvCxnSpPr>
          <p:cNvPr id="43" name="直接连接符 42">
            <a:extLst>
              <a:ext uri="{FF2B5EF4-FFF2-40B4-BE49-F238E27FC236}">
                <a16:creationId xmlns:a16="http://schemas.microsoft.com/office/drawing/2014/main" id="{FD336157-B72C-4ABE-615D-ED0D174C295C}"/>
              </a:ext>
            </a:extLst>
          </p:cNvPr>
          <p:cNvCxnSpPr>
            <a:cxnSpLocks/>
          </p:cNvCxnSpPr>
          <p:nvPr/>
        </p:nvCxnSpPr>
        <p:spPr>
          <a:xfrm>
            <a:off x="440141" y="3318963"/>
            <a:ext cx="5027606" cy="0"/>
          </a:xfrm>
          <a:prstGeom prst="line">
            <a:avLst/>
          </a:prstGeom>
          <a:ln>
            <a:solidFill>
              <a:srgbClr val="C00000"/>
            </a:solidFill>
            <a:prstDash val="dash"/>
          </a:ln>
        </p:spPr>
        <p:style>
          <a:lnRef idx="2">
            <a:schemeClr val="accent1"/>
          </a:lnRef>
          <a:fillRef idx="0">
            <a:schemeClr val="accent1"/>
          </a:fillRef>
          <a:effectRef idx="1">
            <a:schemeClr val="accent1"/>
          </a:effectRef>
          <a:fontRef idx="minor">
            <a:schemeClr val="tx1"/>
          </a:fontRef>
        </p:style>
      </p:cxnSp>
      <p:sp>
        <p:nvSpPr>
          <p:cNvPr id="44" name="文本框 43">
            <a:extLst>
              <a:ext uri="{FF2B5EF4-FFF2-40B4-BE49-F238E27FC236}">
                <a16:creationId xmlns:a16="http://schemas.microsoft.com/office/drawing/2014/main" id="{D870EFB2-8A3B-9ECA-3957-E76CAD6EA51C}"/>
              </a:ext>
            </a:extLst>
          </p:cNvPr>
          <p:cNvSpPr txBox="1"/>
          <p:nvPr/>
        </p:nvSpPr>
        <p:spPr>
          <a:xfrm>
            <a:off x="719697" y="3451349"/>
            <a:ext cx="4423635" cy="307777"/>
          </a:xfrm>
          <a:prstGeom prst="rect">
            <a:avLst/>
          </a:prstGeom>
          <a:noFill/>
        </p:spPr>
        <p:txBody>
          <a:bodyPr wrap="square" rtlCol="0">
            <a:spAutoFit/>
          </a:bodyPr>
          <a:lstStyle/>
          <a:p>
            <a:pPr algn="ctr"/>
            <a:r>
              <a:rPr lang="en-US" altLang="zh-CN" sz="1400" b="1" spc="300" dirty="0">
                <a:solidFill>
                  <a:srgbClr val="002060"/>
                </a:solidFill>
                <a:latin typeface="微软雅黑" panose="020B0503020204020204" pitchFamily="34" charset="-122"/>
                <a:ea typeface="微软雅黑" panose="020B0503020204020204" pitchFamily="34" charset="-122"/>
              </a:rPr>
              <a:t>NASA N+3: loudness ≤ 70 PLdB</a:t>
            </a:r>
            <a:endParaRPr lang="zh-CN" altLang="en-US" sz="1400" b="1" spc="300" dirty="0">
              <a:solidFill>
                <a:srgbClr val="002060"/>
              </a:solidFill>
              <a:latin typeface="微软雅黑" panose="020B0503020204020204" pitchFamily="34" charset="-122"/>
              <a:ea typeface="微软雅黑" panose="020B0503020204020204" pitchFamily="34" charset="-122"/>
            </a:endParaRPr>
          </a:p>
        </p:txBody>
      </p:sp>
      <p:sp>
        <p:nvSpPr>
          <p:cNvPr id="46" name="文本框 45">
            <a:extLst>
              <a:ext uri="{FF2B5EF4-FFF2-40B4-BE49-F238E27FC236}">
                <a16:creationId xmlns:a16="http://schemas.microsoft.com/office/drawing/2014/main" id="{DA48B6B6-07AC-8EFE-F0C4-2D3150D786A5}"/>
              </a:ext>
            </a:extLst>
          </p:cNvPr>
          <p:cNvSpPr txBox="1"/>
          <p:nvPr/>
        </p:nvSpPr>
        <p:spPr>
          <a:xfrm>
            <a:off x="404210" y="2339592"/>
            <a:ext cx="1165979" cy="276999"/>
          </a:xfrm>
          <a:prstGeom prst="rect">
            <a:avLst/>
          </a:prstGeom>
          <a:noFill/>
        </p:spPr>
        <p:txBody>
          <a:bodyPr wrap="square" rtlCol="0">
            <a:spAutoFit/>
          </a:bodyPr>
          <a:lstStyle/>
          <a:p>
            <a:pPr algn="ctr"/>
            <a:r>
              <a:rPr lang="en-US" altLang="zh-CN" sz="1200" b="1" dirty="0">
                <a:solidFill>
                  <a:srgbClr val="C00000"/>
                </a:solidFill>
                <a:latin typeface="微软雅黑" panose="020B0503020204020204" pitchFamily="34" charset="-122"/>
                <a:ea typeface="微软雅黑" panose="020B0503020204020204" pitchFamily="34" charset="-122"/>
              </a:rPr>
              <a:t>NASA X-59</a:t>
            </a:r>
            <a:endParaRPr lang="zh-CN" altLang="en-US" sz="1200" b="1" dirty="0">
              <a:solidFill>
                <a:srgbClr val="C00000"/>
              </a:solidFill>
              <a:latin typeface="微软雅黑" panose="020B0503020204020204" pitchFamily="34" charset="-122"/>
              <a:ea typeface="微软雅黑" panose="020B0503020204020204" pitchFamily="34" charset="-122"/>
            </a:endParaRPr>
          </a:p>
        </p:txBody>
      </p:sp>
      <p:sp>
        <p:nvSpPr>
          <p:cNvPr id="47" name="文本框 46">
            <a:extLst>
              <a:ext uri="{FF2B5EF4-FFF2-40B4-BE49-F238E27FC236}">
                <a16:creationId xmlns:a16="http://schemas.microsoft.com/office/drawing/2014/main" id="{7634447A-C28D-D971-EF27-350FC752CC95}"/>
              </a:ext>
            </a:extLst>
          </p:cNvPr>
          <p:cNvSpPr txBox="1"/>
          <p:nvPr/>
        </p:nvSpPr>
        <p:spPr>
          <a:xfrm>
            <a:off x="1918595" y="1744060"/>
            <a:ext cx="1091342" cy="461665"/>
          </a:xfrm>
          <a:prstGeom prst="rect">
            <a:avLst/>
          </a:prstGeom>
          <a:noFill/>
        </p:spPr>
        <p:txBody>
          <a:bodyPr wrap="square" rtlCol="0">
            <a:spAutoFit/>
          </a:bodyPr>
          <a:lstStyle/>
          <a:p>
            <a:pPr algn="ctr"/>
            <a:r>
              <a:rPr lang="en-US" altLang="zh-CN" sz="1200" b="1" dirty="0" err="1">
                <a:solidFill>
                  <a:srgbClr val="C00000"/>
                </a:solidFill>
                <a:latin typeface="微软雅黑" panose="020B0503020204020204" pitchFamily="34" charset="-122"/>
                <a:ea typeface="微软雅黑" panose="020B0503020204020204" pitchFamily="34" charset="-122"/>
              </a:rPr>
              <a:t>TsAGI</a:t>
            </a:r>
            <a:r>
              <a:rPr lang="en-US" altLang="zh-CN" sz="1200" b="1" dirty="0">
                <a:solidFill>
                  <a:srgbClr val="C00000"/>
                </a:solidFill>
                <a:latin typeface="微软雅黑" panose="020B0503020204020204" pitchFamily="34" charset="-122"/>
                <a:ea typeface="微软雅黑" panose="020B0503020204020204" pitchFamily="34" charset="-122"/>
              </a:rPr>
              <a:t> Strizh</a:t>
            </a:r>
            <a:endParaRPr lang="zh-CN" altLang="en-US" sz="1200" b="1" dirty="0">
              <a:solidFill>
                <a:srgbClr val="C00000"/>
              </a:solidFill>
              <a:latin typeface="微软雅黑" panose="020B0503020204020204" pitchFamily="34" charset="-122"/>
              <a:ea typeface="微软雅黑" panose="020B0503020204020204" pitchFamily="34" charset="-122"/>
            </a:endParaRPr>
          </a:p>
        </p:txBody>
      </p:sp>
      <p:sp>
        <p:nvSpPr>
          <p:cNvPr id="48" name="文本框 47">
            <a:extLst>
              <a:ext uri="{FF2B5EF4-FFF2-40B4-BE49-F238E27FC236}">
                <a16:creationId xmlns:a16="http://schemas.microsoft.com/office/drawing/2014/main" id="{184C2BFA-81C7-2CBA-2375-A07381877E41}"/>
              </a:ext>
            </a:extLst>
          </p:cNvPr>
          <p:cNvSpPr txBox="1"/>
          <p:nvPr/>
        </p:nvSpPr>
        <p:spPr>
          <a:xfrm>
            <a:off x="3207648" y="1280085"/>
            <a:ext cx="925856" cy="276999"/>
          </a:xfrm>
          <a:prstGeom prst="rect">
            <a:avLst/>
          </a:prstGeom>
          <a:noFill/>
        </p:spPr>
        <p:txBody>
          <a:bodyPr wrap="square" rtlCol="0">
            <a:spAutoFit/>
          </a:bodyPr>
          <a:lstStyle/>
          <a:p>
            <a:pPr algn="ctr"/>
            <a:r>
              <a:rPr lang="en-US" altLang="zh-CN" sz="1200" b="1" dirty="0">
                <a:solidFill>
                  <a:srgbClr val="C00000"/>
                </a:solidFill>
                <a:latin typeface="微软雅黑" panose="020B0503020204020204" pitchFamily="34" charset="-122"/>
                <a:ea typeface="微软雅黑" panose="020B0503020204020204" pitchFamily="34" charset="-122"/>
              </a:rPr>
              <a:t>JAXA S4</a:t>
            </a:r>
            <a:endParaRPr lang="zh-CN" altLang="en-US" sz="1200" b="1" dirty="0">
              <a:solidFill>
                <a:srgbClr val="C00000"/>
              </a:solidFill>
              <a:latin typeface="微软雅黑" panose="020B0503020204020204" pitchFamily="34" charset="-122"/>
              <a:ea typeface="微软雅黑" panose="020B0503020204020204" pitchFamily="34" charset="-122"/>
            </a:endParaRPr>
          </a:p>
        </p:txBody>
      </p:sp>
      <p:sp>
        <p:nvSpPr>
          <p:cNvPr id="49" name="文本框 48">
            <a:extLst>
              <a:ext uri="{FF2B5EF4-FFF2-40B4-BE49-F238E27FC236}">
                <a16:creationId xmlns:a16="http://schemas.microsoft.com/office/drawing/2014/main" id="{536EFD5C-AD63-A250-D165-F05931E23C64}"/>
              </a:ext>
            </a:extLst>
          </p:cNvPr>
          <p:cNvSpPr txBox="1"/>
          <p:nvPr/>
        </p:nvSpPr>
        <p:spPr>
          <a:xfrm>
            <a:off x="4358698" y="1848530"/>
            <a:ext cx="987936" cy="276999"/>
          </a:xfrm>
          <a:prstGeom prst="rect">
            <a:avLst/>
          </a:prstGeom>
          <a:noFill/>
        </p:spPr>
        <p:txBody>
          <a:bodyPr wrap="square" rtlCol="0">
            <a:spAutoFit/>
          </a:bodyPr>
          <a:lstStyle/>
          <a:p>
            <a:pPr algn="ctr"/>
            <a:r>
              <a:rPr lang="en-US" altLang="zh-CN" sz="1200" b="1" dirty="0">
                <a:solidFill>
                  <a:srgbClr val="C00000"/>
                </a:solidFill>
                <a:latin typeface="微软雅黑" panose="020B0503020204020204" pitchFamily="34" charset="-122"/>
                <a:ea typeface="微软雅黑" panose="020B0503020204020204" pitchFamily="34" charset="-122"/>
              </a:rPr>
              <a:t>LM QSTA</a:t>
            </a:r>
            <a:endParaRPr lang="zh-CN" altLang="en-US" sz="1200" b="1" dirty="0">
              <a:solidFill>
                <a:srgbClr val="C00000"/>
              </a:solidFill>
              <a:latin typeface="微软雅黑" panose="020B0503020204020204" pitchFamily="34" charset="-122"/>
              <a:ea typeface="微软雅黑" panose="020B0503020204020204" pitchFamily="34" charset="-122"/>
            </a:endParaRPr>
          </a:p>
        </p:txBody>
      </p:sp>
      <p:sp>
        <p:nvSpPr>
          <p:cNvPr id="50" name="文本框 49">
            <a:extLst>
              <a:ext uri="{FF2B5EF4-FFF2-40B4-BE49-F238E27FC236}">
                <a16:creationId xmlns:a16="http://schemas.microsoft.com/office/drawing/2014/main" id="{F86701E0-951F-14F7-B5A3-A3E12BBFD026}"/>
              </a:ext>
            </a:extLst>
          </p:cNvPr>
          <p:cNvSpPr txBox="1"/>
          <p:nvPr/>
        </p:nvSpPr>
        <p:spPr>
          <a:xfrm>
            <a:off x="624096" y="2899180"/>
            <a:ext cx="867394" cy="430887"/>
          </a:xfrm>
          <a:prstGeom prst="rect">
            <a:avLst/>
          </a:prstGeom>
          <a:noFill/>
        </p:spPr>
        <p:txBody>
          <a:bodyPr wrap="square" rtlCol="0">
            <a:spAutoFit/>
          </a:bodyPr>
          <a:lstStyle/>
          <a:p>
            <a:pPr algn="ctr"/>
            <a:r>
              <a:rPr lang="en-US" altLang="zh-CN" sz="1100" b="1" dirty="0">
                <a:solidFill>
                  <a:srgbClr val="002060"/>
                </a:solidFill>
                <a:latin typeface="微软雅黑" panose="020B0503020204020204" pitchFamily="34" charset="-122"/>
                <a:ea typeface="微软雅黑" panose="020B0503020204020204" pitchFamily="34" charset="-122"/>
              </a:rPr>
              <a:t>1 seat</a:t>
            </a:r>
          </a:p>
          <a:p>
            <a:pPr algn="ctr"/>
            <a:r>
              <a:rPr lang="en-US" altLang="zh-CN" sz="1100" b="1" dirty="0">
                <a:solidFill>
                  <a:srgbClr val="002060"/>
                </a:solidFill>
                <a:latin typeface="微软雅黑" panose="020B0503020204020204" pitchFamily="34" charset="-122"/>
                <a:ea typeface="微软雅黑" panose="020B0503020204020204" pitchFamily="34" charset="-122"/>
              </a:rPr>
              <a:t>75 PLdB</a:t>
            </a:r>
            <a:endParaRPr lang="zh-CN" altLang="en-US" sz="1100" b="1" dirty="0">
              <a:solidFill>
                <a:srgbClr val="002060"/>
              </a:solidFill>
              <a:latin typeface="微软雅黑" panose="020B0503020204020204" pitchFamily="34" charset="-122"/>
              <a:ea typeface="微软雅黑" panose="020B0503020204020204" pitchFamily="34" charset="-122"/>
            </a:endParaRPr>
          </a:p>
        </p:txBody>
      </p:sp>
      <p:sp>
        <p:nvSpPr>
          <p:cNvPr id="51" name="文本框 50">
            <a:extLst>
              <a:ext uri="{FF2B5EF4-FFF2-40B4-BE49-F238E27FC236}">
                <a16:creationId xmlns:a16="http://schemas.microsoft.com/office/drawing/2014/main" id="{578F1B9D-3781-EA9E-A5BA-592A42FB217B}"/>
              </a:ext>
            </a:extLst>
          </p:cNvPr>
          <p:cNvSpPr txBox="1"/>
          <p:nvPr/>
        </p:nvSpPr>
        <p:spPr>
          <a:xfrm>
            <a:off x="2253718" y="2346143"/>
            <a:ext cx="867394" cy="430887"/>
          </a:xfrm>
          <a:prstGeom prst="rect">
            <a:avLst/>
          </a:prstGeom>
          <a:noFill/>
        </p:spPr>
        <p:txBody>
          <a:bodyPr wrap="square" rtlCol="0">
            <a:spAutoFit/>
          </a:bodyPr>
          <a:lstStyle/>
          <a:p>
            <a:pPr algn="ctr"/>
            <a:r>
              <a:rPr lang="en-US" altLang="zh-CN" sz="1100" b="1" dirty="0">
                <a:solidFill>
                  <a:srgbClr val="002060"/>
                </a:solidFill>
                <a:latin typeface="微软雅黑" panose="020B0503020204020204" pitchFamily="34" charset="-122"/>
                <a:ea typeface="微软雅黑" panose="020B0503020204020204" pitchFamily="34" charset="-122"/>
              </a:rPr>
              <a:t>20 seats</a:t>
            </a:r>
          </a:p>
          <a:p>
            <a:pPr algn="ctr"/>
            <a:r>
              <a:rPr lang="en-US" altLang="zh-CN" sz="1100" b="1" dirty="0">
                <a:solidFill>
                  <a:srgbClr val="002060"/>
                </a:solidFill>
                <a:latin typeface="微软雅黑" panose="020B0503020204020204" pitchFamily="34" charset="-122"/>
                <a:ea typeface="微软雅黑" panose="020B0503020204020204" pitchFamily="34" charset="-122"/>
              </a:rPr>
              <a:t>78 PLdB</a:t>
            </a:r>
            <a:endParaRPr lang="zh-CN" altLang="en-US" sz="1100" b="1" dirty="0">
              <a:solidFill>
                <a:srgbClr val="002060"/>
              </a:solidFill>
              <a:latin typeface="微软雅黑" panose="020B0503020204020204" pitchFamily="34" charset="-122"/>
              <a:ea typeface="微软雅黑" panose="020B0503020204020204" pitchFamily="34" charset="-122"/>
            </a:endParaRPr>
          </a:p>
        </p:txBody>
      </p:sp>
      <p:sp>
        <p:nvSpPr>
          <p:cNvPr id="52" name="文本框 51">
            <a:extLst>
              <a:ext uri="{FF2B5EF4-FFF2-40B4-BE49-F238E27FC236}">
                <a16:creationId xmlns:a16="http://schemas.microsoft.com/office/drawing/2014/main" id="{64238087-300D-815C-2C8E-3749E1BCE548}"/>
              </a:ext>
            </a:extLst>
          </p:cNvPr>
          <p:cNvSpPr txBox="1"/>
          <p:nvPr/>
        </p:nvSpPr>
        <p:spPr>
          <a:xfrm>
            <a:off x="3491304" y="1769297"/>
            <a:ext cx="867394" cy="430887"/>
          </a:xfrm>
          <a:prstGeom prst="rect">
            <a:avLst/>
          </a:prstGeom>
          <a:noFill/>
        </p:spPr>
        <p:txBody>
          <a:bodyPr wrap="square" rtlCol="0">
            <a:spAutoFit/>
          </a:bodyPr>
          <a:lstStyle/>
          <a:p>
            <a:pPr algn="ctr"/>
            <a:r>
              <a:rPr lang="en-US" altLang="zh-CN" sz="1100" b="1" dirty="0">
                <a:solidFill>
                  <a:srgbClr val="002060"/>
                </a:solidFill>
                <a:latin typeface="微软雅黑" panose="020B0503020204020204" pitchFamily="34" charset="-122"/>
                <a:ea typeface="微软雅黑" panose="020B0503020204020204" pitchFamily="34" charset="-122"/>
              </a:rPr>
              <a:t>36 seats</a:t>
            </a:r>
          </a:p>
          <a:p>
            <a:pPr algn="ctr"/>
            <a:r>
              <a:rPr lang="en-US" altLang="zh-CN" sz="1100" b="1" dirty="0">
                <a:solidFill>
                  <a:srgbClr val="002060"/>
                </a:solidFill>
                <a:latin typeface="微软雅黑" panose="020B0503020204020204" pitchFamily="34" charset="-122"/>
                <a:ea typeface="微软雅黑" panose="020B0503020204020204" pitchFamily="34" charset="-122"/>
              </a:rPr>
              <a:t>85 PLdB</a:t>
            </a:r>
            <a:endParaRPr lang="zh-CN" altLang="en-US" sz="1100" b="1" dirty="0">
              <a:solidFill>
                <a:srgbClr val="002060"/>
              </a:solidFill>
              <a:latin typeface="微软雅黑" panose="020B0503020204020204" pitchFamily="34" charset="-122"/>
              <a:ea typeface="微软雅黑" panose="020B0503020204020204" pitchFamily="34" charset="-122"/>
            </a:endParaRPr>
          </a:p>
        </p:txBody>
      </p:sp>
      <p:sp>
        <p:nvSpPr>
          <p:cNvPr id="53" name="文本框 52">
            <a:extLst>
              <a:ext uri="{FF2B5EF4-FFF2-40B4-BE49-F238E27FC236}">
                <a16:creationId xmlns:a16="http://schemas.microsoft.com/office/drawing/2014/main" id="{4341E9FE-06AC-4764-6B92-21709A4D6633}"/>
              </a:ext>
            </a:extLst>
          </p:cNvPr>
          <p:cNvSpPr txBox="1"/>
          <p:nvPr/>
        </p:nvSpPr>
        <p:spPr>
          <a:xfrm>
            <a:off x="4405543" y="2402653"/>
            <a:ext cx="867394" cy="430887"/>
          </a:xfrm>
          <a:prstGeom prst="rect">
            <a:avLst/>
          </a:prstGeom>
          <a:noFill/>
        </p:spPr>
        <p:txBody>
          <a:bodyPr wrap="square" rtlCol="0">
            <a:spAutoFit/>
          </a:bodyPr>
          <a:lstStyle/>
          <a:p>
            <a:pPr algn="ctr"/>
            <a:r>
              <a:rPr lang="en-US" altLang="zh-CN" sz="1100" b="1" dirty="0">
                <a:solidFill>
                  <a:srgbClr val="002060"/>
                </a:solidFill>
                <a:latin typeface="微软雅黑" panose="020B0503020204020204" pitchFamily="34" charset="-122"/>
                <a:ea typeface="微软雅黑" panose="020B0503020204020204" pitchFamily="34" charset="-122"/>
              </a:rPr>
              <a:t>40 seats</a:t>
            </a:r>
          </a:p>
          <a:p>
            <a:pPr algn="ctr"/>
            <a:r>
              <a:rPr lang="en-US" altLang="zh-CN" sz="1100" b="1" dirty="0">
                <a:solidFill>
                  <a:srgbClr val="002060"/>
                </a:solidFill>
                <a:latin typeface="微软雅黑" panose="020B0503020204020204" pitchFamily="34" charset="-122"/>
                <a:ea typeface="微软雅黑" panose="020B0503020204020204" pitchFamily="34" charset="-122"/>
              </a:rPr>
              <a:t>80 PLdB</a:t>
            </a:r>
            <a:endParaRPr lang="zh-CN" altLang="en-US" sz="1100" b="1" dirty="0">
              <a:solidFill>
                <a:srgbClr val="002060"/>
              </a:solidFill>
              <a:latin typeface="微软雅黑" panose="020B0503020204020204" pitchFamily="34" charset="-122"/>
              <a:ea typeface="微软雅黑" panose="020B0503020204020204" pitchFamily="34" charset="-122"/>
            </a:endParaRPr>
          </a:p>
        </p:txBody>
      </p:sp>
      <p:sp>
        <p:nvSpPr>
          <p:cNvPr id="54" name="文本框 53">
            <a:extLst>
              <a:ext uri="{FF2B5EF4-FFF2-40B4-BE49-F238E27FC236}">
                <a16:creationId xmlns:a16="http://schemas.microsoft.com/office/drawing/2014/main" id="{76E874C0-DEA3-86DF-C167-BD1ED182CD44}"/>
              </a:ext>
            </a:extLst>
          </p:cNvPr>
          <p:cNvSpPr txBox="1"/>
          <p:nvPr/>
        </p:nvSpPr>
        <p:spPr>
          <a:xfrm>
            <a:off x="228378" y="3864635"/>
            <a:ext cx="335078" cy="307777"/>
          </a:xfrm>
          <a:prstGeom prst="rect">
            <a:avLst/>
          </a:prstGeom>
          <a:noFill/>
        </p:spPr>
        <p:txBody>
          <a:bodyPr wrap="square" rtlCol="0">
            <a:spAutoFit/>
          </a:bodyPr>
          <a:lstStyle/>
          <a:p>
            <a:pPr algn="ctr"/>
            <a:r>
              <a:rPr lang="en-US" altLang="zh-CN" sz="1400" b="1" dirty="0">
                <a:solidFill>
                  <a:srgbClr val="002060"/>
                </a:solidFill>
                <a:latin typeface="微软雅黑" panose="020B0503020204020204" pitchFamily="34" charset="-122"/>
                <a:ea typeface="微软雅黑" panose="020B0503020204020204" pitchFamily="34" charset="-122"/>
              </a:rPr>
              <a:t>0</a:t>
            </a:r>
            <a:endParaRPr lang="zh-CN" altLang="en-US" sz="1400" b="1" dirty="0">
              <a:solidFill>
                <a:srgbClr val="002060"/>
              </a:solidFill>
              <a:latin typeface="微软雅黑" panose="020B0503020204020204" pitchFamily="34" charset="-122"/>
              <a:ea typeface="微软雅黑" panose="020B0503020204020204" pitchFamily="34" charset="-122"/>
            </a:endParaRPr>
          </a:p>
        </p:txBody>
      </p:sp>
      <p:cxnSp>
        <p:nvCxnSpPr>
          <p:cNvPr id="55" name="直接连接符 54">
            <a:extLst>
              <a:ext uri="{FF2B5EF4-FFF2-40B4-BE49-F238E27FC236}">
                <a16:creationId xmlns:a16="http://schemas.microsoft.com/office/drawing/2014/main" id="{C9D1B910-6EDF-7978-28F4-089F8E769247}"/>
              </a:ext>
            </a:extLst>
          </p:cNvPr>
          <p:cNvCxnSpPr/>
          <p:nvPr/>
        </p:nvCxnSpPr>
        <p:spPr>
          <a:xfrm>
            <a:off x="481039" y="2225574"/>
            <a:ext cx="4923981" cy="0"/>
          </a:xfrm>
          <a:prstGeom prst="line">
            <a:avLst/>
          </a:prstGeom>
          <a:ln>
            <a:solidFill>
              <a:schemeClr val="accent1">
                <a:alpha val="10000"/>
              </a:schemeClr>
            </a:solidFill>
            <a:prstDash val="lgDash"/>
          </a:ln>
          <a:effectLst/>
        </p:spPr>
        <p:style>
          <a:lnRef idx="2">
            <a:schemeClr val="accent1"/>
          </a:lnRef>
          <a:fillRef idx="0">
            <a:schemeClr val="accent1"/>
          </a:fillRef>
          <a:effectRef idx="1">
            <a:schemeClr val="accent1"/>
          </a:effectRef>
          <a:fontRef idx="minor">
            <a:schemeClr val="tx1"/>
          </a:fontRef>
        </p:style>
      </p:cxnSp>
      <p:cxnSp>
        <p:nvCxnSpPr>
          <p:cNvPr id="56" name="直接连接符 55">
            <a:extLst>
              <a:ext uri="{FF2B5EF4-FFF2-40B4-BE49-F238E27FC236}">
                <a16:creationId xmlns:a16="http://schemas.microsoft.com/office/drawing/2014/main" id="{C99983C7-B98F-9648-F6A5-4E6BB9A98450}"/>
              </a:ext>
            </a:extLst>
          </p:cNvPr>
          <p:cNvCxnSpPr/>
          <p:nvPr/>
        </p:nvCxnSpPr>
        <p:spPr>
          <a:xfrm>
            <a:off x="464854" y="2771490"/>
            <a:ext cx="4923981" cy="0"/>
          </a:xfrm>
          <a:prstGeom prst="line">
            <a:avLst/>
          </a:prstGeom>
          <a:ln>
            <a:solidFill>
              <a:schemeClr val="accent1">
                <a:alpha val="10000"/>
              </a:schemeClr>
            </a:solidFill>
            <a:prstDash val="lgDash"/>
          </a:ln>
          <a:effectLst/>
        </p:spPr>
        <p:style>
          <a:lnRef idx="2">
            <a:schemeClr val="accent1"/>
          </a:lnRef>
          <a:fillRef idx="0">
            <a:schemeClr val="accent1"/>
          </a:fillRef>
          <a:effectRef idx="1">
            <a:schemeClr val="accent1"/>
          </a:effectRef>
          <a:fontRef idx="minor">
            <a:schemeClr val="tx1"/>
          </a:fontRef>
        </p:style>
      </p:cxnSp>
      <p:cxnSp>
        <p:nvCxnSpPr>
          <p:cNvPr id="57" name="直接连接符 56">
            <a:extLst>
              <a:ext uri="{FF2B5EF4-FFF2-40B4-BE49-F238E27FC236}">
                <a16:creationId xmlns:a16="http://schemas.microsoft.com/office/drawing/2014/main" id="{AF46D187-CA43-0436-9ADD-736CA3C71D9F}"/>
              </a:ext>
            </a:extLst>
          </p:cNvPr>
          <p:cNvCxnSpPr/>
          <p:nvPr/>
        </p:nvCxnSpPr>
        <p:spPr>
          <a:xfrm>
            <a:off x="481039" y="1682606"/>
            <a:ext cx="4923981" cy="0"/>
          </a:xfrm>
          <a:prstGeom prst="line">
            <a:avLst/>
          </a:prstGeom>
          <a:ln>
            <a:solidFill>
              <a:schemeClr val="accent1">
                <a:alpha val="10000"/>
              </a:schemeClr>
            </a:solidFill>
            <a:prstDash val="lgDash"/>
          </a:ln>
          <a:effectLst/>
        </p:spPr>
        <p:style>
          <a:lnRef idx="2">
            <a:schemeClr val="accent1"/>
          </a:lnRef>
          <a:fillRef idx="0">
            <a:schemeClr val="accent1"/>
          </a:fillRef>
          <a:effectRef idx="1">
            <a:schemeClr val="accent1"/>
          </a:effectRef>
          <a:fontRef idx="minor">
            <a:schemeClr val="tx1"/>
          </a:fontRef>
        </p:style>
      </p:cxnSp>
      <p:cxnSp>
        <p:nvCxnSpPr>
          <p:cNvPr id="59" name="直接连接符 58">
            <a:extLst>
              <a:ext uri="{FF2B5EF4-FFF2-40B4-BE49-F238E27FC236}">
                <a16:creationId xmlns:a16="http://schemas.microsoft.com/office/drawing/2014/main" id="{E276ABA0-B65F-AC75-CD8C-C432186B90FA}"/>
              </a:ext>
            </a:extLst>
          </p:cNvPr>
          <p:cNvCxnSpPr/>
          <p:nvPr/>
        </p:nvCxnSpPr>
        <p:spPr>
          <a:xfrm>
            <a:off x="481039" y="1137458"/>
            <a:ext cx="4923981" cy="0"/>
          </a:xfrm>
          <a:prstGeom prst="line">
            <a:avLst/>
          </a:prstGeom>
          <a:ln>
            <a:solidFill>
              <a:schemeClr val="accent1">
                <a:alpha val="10000"/>
              </a:schemeClr>
            </a:solidFill>
            <a:prstDash val="lgDash"/>
          </a:ln>
          <a:effectLst/>
        </p:spPr>
        <p:style>
          <a:lnRef idx="2">
            <a:schemeClr val="accent1"/>
          </a:lnRef>
          <a:fillRef idx="0">
            <a:schemeClr val="accent1"/>
          </a:fillRef>
          <a:effectRef idx="1">
            <a:schemeClr val="accent1"/>
          </a:effectRef>
          <a:fontRef idx="minor">
            <a:schemeClr val="tx1"/>
          </a:fontRef>
        </p:style>
      </p:cxnSp>
      <p:grpSp>
        <p:nvGrpSpPr>
          <p:cNvPr id="63" name="组合 62">
            <a:extLst>
              <a:ext uri="{FF2B5EF4-FFF2-40B4-BE49-F238E27FC236}">
                <a16:creationId xmlns:a16="http://schemas.microsoft.com/office/drawing/2014/main" id="{BCE3D3CB-5E56-E4AE-F452-8982D76DE6F8}"/>
              </a:ext>
            </a:extLst>
          </p:cNvPr>
          <p:cNvGrpSpPr/>
          <p:nvPr/>
        </p:nvGrpSpPr>
        <p:grpSpPr>
          <a:xfrm>
            <a:off x="5907193" y="1981477"/>
            <a:ext cx="3078941" cy="1836257"/>
            <a:chOff x="5907193" y="1966109"/>
            <a:chExt cx="3078941" cy="1836257"/>
          </a:xfrm>
        </p:grpSpPr>
        <p:pic>
          <p:nvPicPr>
            <p:cNvPr id="3" name="图片 2">
              <a:extLst>
                <a:ext uri="{FF2B5EF4-FFF2-40B4-BE49-F238E27FC236}">
                  <a16:creationId xmlns:a16="http://schemas.microsoft.com/office/drawing/2014/main" id="{548A1A4E-E9BB-3992-CF47-5E37DE3ED5F0}"/>
                </a:ext>
              </a:extLst>
            </p:cNvPr>
            <p:cNvPicPr>
              <a:picLocks noChangeAspect="1"/>
            </p:cNvPicPr>
            <p:nvPr/>
          </p:nvPicPr>
          <p:blipFill>
            <a:blip r:embed="rId7"/>
            <a:stretch>
              <a:fillRect/>
            </a:stretch>
          </p:blipFill>
          <p:spPr>
            <a:xfrm>
              <a:off x="5907193" y="1966109"/>
              <a:ext cx="3078941" cy="1836257"/>
            </a:xfrm>
            <a:prstGeom prst="rect">
              <a:avLst/>
            </a:prstGeom>
          </p:spPr>
        </p:pic>
        <p:sp>
          <p:nvSpPr>
            <p:cNvPr id="61" name="矩形 60">
              <a:extLst>
                <a:ext uri="{FF2B5EF4-FFF2-40B4-BE49-F238E27FC236}">
                  <a16:creationId xmlns:a16="http://schemas.microsoft.com/office/drawing/2014/main" id="{FC183B1C-69BC-951C-41F6-E64177A82100}"/>
                </a:ext>
              </a:extLst>
            </p:cNvPr>
            <p:cNvSpPr/>
            <p:nvPr/>
          </p:nvSpPr>
          <p:spPr>
            <a:xfrm>
              <a:off x="5907193" y="2346143"/>
              <a:ext cx="161783" cy="81714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62" name="矩形 61">
              <a:extLst>
                <a:ext uri="{FF2B5EF4-FFF2-40B4-BE49-F238E27FC236}">
                  <a16:creationId xmlns:a16="http://schemas.microsoft.com/office/drawing/2014/main" id="{10568EAC-5DDC-9617-8CEA-EFC26AB3B725}"/>
                </a:ext>
              </a:extLst>
            </p:cNvPr>
            <p:cNvSpPr/>
            <p:nvPr/>
          </p:nvSpPr>
          <p:spPr>
            <a:xfrm>
              <a:off x="7015523" y="3672968"/>
              <a:ext cx="1214077" cy="12939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grpSp>
      <p:sp>
        <p:nvSpPr>
          <p:cNvPr id="9" name="文本框 8">
            <a:extLst>
              <a:ext uri="{FF2B5EF4-FFF2-40B4-BE49-F238E27FC236}">
                <a16:creationId xmlns:a16="http://schemas.microsoft.com/office/drawing/2014/main" id="{0381BD6E-7F68-5583-C6BB-3236DAA6883B}"/>
              </a:ext>
            </a:extLst>
          </p:cNvPr>
          <p:cNvSpPr txBox="1"/>
          <p:nvPr/>
        </p:nvSpPr>
        <p:spPr>
          <a:xfrm>
            <a:off x="6278275" y="3740476"/>
            <a:ext cx="2500949" cy="369332"/>
          </a:xfrm>
          <a:prstGeom prst="rect">
            <a:avLst/>
          </a:prstGeom>
          <a:noFill/>
        </p:spPr>
        <p:txBody>
          <a:bodyPr wrap="square" lIns="0" tIns="0" rIns="0" bIns="0" rtlCol="0">
            <a:spAutoFit/>
          </a:bodyPr>
          <a:lstStyle/>
          <a:p>
            <a:pPr algn="ctr"/>
            <a:r>
              <a:rPr lang="en-US" altLang="zh-CN" sz="1200" b="1" dirty="0">
                <a:solidFill>
                  <a:srgbClr val="002060"/>
                </a:solidFill>
                <a:latin typeface="微软雅黑" panose="020B0503020204020204" pitchFamily="34" charset="-122"/>
                <a:ea typeface="微软雅黑" panose="020B0503020204020204" pitchFamily="34" charset="-122"/>
                <a:cs typeface="Arial" pitchFamily="34" charset="0"/>
              </a:rPr>
              <a:t>JSGD theoretical minimum boom vs. aircraft weight</a:t>
            </a:r>
          </a:p>
        </p:txBody>
      </p:sp>
    </p:spTree>
    <p:extLst>
      <p:ext uri="{BB962C8B-B14F-4D97-AF65-F5344CB8AC3E}">
        <p14:creationId xmlns:p14="http://schemas.microsoft.com/office/powerpoint/2010/main" val="5820510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A40CA-9D8B-8E34-04BD-D22BF421411B}"/>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7A84EAD9-AAE8-BFFF-FF2D-5AFF2F4239D4}"/>
              </a:ext>
            </a:extLst>
          </p:cNvPr>
          <p:cNvSpPr>
            <a:spLocks noGrp="1"/>
          </p:cNvSpPr>
          <p:nvPr>
            <p:ph type="title"/>
          </p:nvPr>
        </p:nvSpPr>
        <p:spPr>
          <a:xfrm>
            <a:off x="457200" y="10913"/>
            <a:ext cx="8229600" cy="534392"/>
          </a:xfrm>
        </p:spPr>
        <p:txBody>
          <a:bodyPr/>
          <a:lstStyle/>
          <a:p>
            <a:r>
              <a:rPr lang="en-US" b="1" dirty="0"/>
              <a:t>1. Background &amp; Motivation</a:t>
            </a:r>
          </a:p>
        </p:txBody>
      </p:sp>
      <p:sp>
        <p:nvSpPr>
          <p:cNvPr id="93" name="矩形 92">
            <a:extLst>
              <a:ext uri="{FF2B5EF4-FFF2-40B4-BE49-F238E27FC236}">
                <a16:creationId xmlns:a16="http://schemas.microsoft.com/office/drawing/2014/main" id="{E5A1BA3F-2BFE-D4A1-0A2D-99805266EDB8}"/>
              </a:ext>
            </a:extLst>
          </p:cNvPr>
          <p:cNvSpPr/>
          <p:nvPr/>
        </p:nvSpPr>
        <p:spPr>
          <a:xfrm>
            <a:off x="297093" y="1144195"/>
            <a:ext cx="8551631" cy="2089052"/>
          </a:xfrm>
          <a:prstGeom prst="rect">
            <a:avLst/>
          </a:prstGeom>
          <a:solidFill>
            <a:sysClr val="window" lastClr="FFFFFF"/>
          </a:solidFill>
          <a:ln w="15875" cap="flat" cmpd="sng" algn="ctr">
            <a:solidFill>
              <a:srgbClr val="002060"/>
            </a:solidFill>
            <a:prstDash val="solid"/>
          </a:ln>
          <a:effectLst>
            <a:outerShdw blurRad="50800" dist="38100" dir="2700000" algn="tl" rotWithShape="0">
              <a:prstClr val="black">
                <a:alpha val="40000"/>
              </a:prstClr>
            </a:outerShdw>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Arial" pitchFamily="34" charset="0"/>
              <a:ea typeface="宋体" panose="02010600030101010101" pitchFamily="2" charset="-122"/>
              <a:cs typeface="Arial" pitchFamily="34" charset="0"/>
            </a:endParaRPr>
          </a:p>
        </p:txBody>
      </p:sp>
      <p:sp>
        <p:nvSpPr>
          <p:cNvPr id="94" name="矩形: 圆角 93">
            <a:extLst>
              <a:ext uri="{FF2B5EF4-FFF2-40B4-BE49-F238E27FC236}">
                <a16:creationId xmlns:a16="http://schemas.microsoft.com/office/drawing/2014/main" id="{3E5A8FBC-2954-C088-C175-9A97772DA54E}"/>
              </a:ext>
            </a:extLst>
          </p:cNvPr>
          <p:cNvSpPr/>
          <p:nvPr/>
        </p:nvSpPr>
        <p:spPr>
          <a:xfrm>
            <a:off x="1574168" y="4230000"/>
            <a:ext cx="6002142" cy="349200"/>
          </a:xfrm>
          <a:prstGeom prst="roundRect">
            <a:avLst/>
          </a:prstGeom>
          <a:solidFill>
            <a:sysClr val="window" lastClr="FFFFFF"/>
          </a:solidFill>
          <a:ln w="12700" cap="flat" cmpd="sng" algn="ctr">
            <a:solidFill>
              <a:srgbClr val="002060"/>
            </a:solidFill>
            <a:prstDash val="solid"/>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b="1" i="0" u="none" strike="noStrike" kern="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rPr>
              <a:t>The low‑boom design space </a:t>
            </a:r>
            <a:r>
              <a:rPr kumimoji="0" lang="en-US" altLang="zh-CN" b="1" i="0" u="none" strike="noStrike" kern="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cs typeface="+mn-cs"/>
              </a:rPr>
              <a:t>is constrained</a:t>
            </a:r>
            <a:endParaRPr kumimoji="0" lang="zh-CN" altLang="en-US"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pic>
        <p:nvPicPr>
          <p:cNvPr id="95" name="图片 94">
            <a:extLst>
              <a:ext uri="{FF2B5EF4-FFF2-40B4-BE49-F238E27FC236}">
                <a16:creationId xmlns:a16="http://schemas.microsoft.com/office/drawing/2014/main" id="{2B4CBA55-9742-22F1-9E1F-203667092A17}"/>
              </a:ext>
            </a:extLst>
          </p:cNvPr>
          <p:cNvPicPr>
            <a:picLocks noChangeAspect="1"/>
          </p:cNvPicPr>
          <p:nvPr/>
        </p:nvPicPr>
        <p:blipFill>
          <a:blip r:embed="rId3"/>
          <a:stretch>
            <a:fillRect/>
          </a:stretch>
        </p:blipFill>
        <p:spPr>
          <a:xfrm>
            <a:off x="5912011" y="2006142"/>
            <a:ext cx="266108" cy="426901"/>
          </a:xfrm>
          <a:prstGeom prst="rect">
            <a:avLst/>
          </a:prstGeom>
        </p:spPr>
      </p:pic>
      <p:sp>
        <p:nvSpPr>
          <p:cNvPr id="96" name="任意多边形: 形状 95">
            <a:extLst>
              <a:ext uri="{FF2B5EF4-FFF2-40B4-BE49-F238E27FC236}">
                <a16:creationId xmlns:a16="http://schemas.microsoft.com/office/drawing/2014/main" id="{1F295AF7-DACB-D230-4919-D1FD371CB3A2}"/>
              </a:ext>
            </a:extLst>
          </p:cNvPr>
          <p:cNvSpPr>
            <a:spLocks noChangeAspect="1"/>
          </p:cNvSpPr>
          <p:nvPr/>
        </p:nvSpPr>
        <p:spPr>
          <a:xfrm flipV="1">
            <a:off x="5963690" y="2537610"/>
            <a:ext cx="1080853" cy="293333"/>
          </a:xfrm>
          <a:custGeom>
            <a:avLst/>
            <a:gdLst>
              <a:gd name="csX0" fmla="*/ 0 w 1933575"/>
              <a:gd name="csY0" fmla="*/ 524753 h 524753"/>
              <a:gd name="csX1" fmla="*/ 183356 w 1933575"/>
              <a:gd name="csY1" fmla="*/ 293772 h 524753"/>
              <a:gd name="csX2" fmla="*/ 450056 w 1933575"/>
              <a:gd name="csY2" fmla="*/ 119940 h 524753"/>
              <a:gd name="csX3" fmla="*/ 878681 w 1933575"/>
              <a:gd name="csY3" fmla="*/ 3259 h 524753"/>
              <a:gd name="csX4" fmla="*/ 1316831 w 1933575"/>
              <a:gd name="csY4" fmla="*/ 53265 h 524753"/>
              <a:gd name="csX5" fmla="*/ 1702594 w 1933575"/>
              <a:gd name="csY5" fmla="*/ 265197 h 524753"/>
              <a:gd name="csX6" fmla="*/ 1933575 w 1933575"/>
              <a:gd name="csY6" fmla="*/ 524753 h 52475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33575" h="524753">
                <a:moveTo>
                  <a:pt x="0" y="524753"/>
                </a:moveTo>
                <a:cubicBezTo>
                  <a:pt x="54173" y="442997"/>
                  <a:pt x="108347" y="361241"/>
                  <a:pt x="183356" y="293772"/>
                </a:cubicBezTo>
                <a:cubicBezTo>
                  <a:pt x="258365" y="226303"/>
                  <a:pt x="334169" y="168359"/>
                  <a:pt x="450056" y="119940"/>
                </a:cubicBezTo>
                <a:cubicBezTo>
                  <a:pt x="565943" y="71521"/>
                  <a:pt x="734218" y="14372"/>
                  <a:pt x="878681" y="3259"/>
                </a:cubicBezTo>
                <a:cubicBezTo>
                  <a:pt x="1023144" y="-7854"/>
                  <a:pt x="1179512" y="9609"/>
                  <a:pt x="1316831" y="53265"/>
                </a:cubicBezTo>
                <a:cubicBezTo>
                  <a:pt x="1454150" y="96921"/>
                  <a:pt x="1599803" y="186616"/>
                  <a:pt x="1702594" y="265197"/>
                </a:cubicBezTo>
                <a:cubicBezTo>
                  <a:pt x="1805385" y="343778"/>
                  <a:pt x="1913334" y="482287"/>
                  <a:pt x="1933575" y="524753"/>
                </a:cubicBezTo>
              </a:path>
            </a:pathLst>
          </a:custGeom>
          <a:solidFill>
            <a:srgbClr val="E7E6E6">
              <a:lumMod val="9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97" name="任意多边形: 形状 96">
            <a:extLst>
              <a:ext uri="{FF2B5EF4-FFF2-40B4-BE49-F238E27FC236}">
                <a16:creationId xmlns:a16="http://schemas.microsoft.com/office/drawing/2014/main" id="{B215953F-E56E-8252-8847-6DB7D0F7F71A}"/>
              </a:ext>
            </a:extLst>
          </p:cNvPr>
          <p:cNvSpPr>
            <a:spLocks noChangeAspect="1"/>
          </p:cNvSpPr>
          <p:nvPr/>
        </p:nvSpPr>
        <p:spPr>
          <a:xfrm>
            <a:off x="5956529" y="1542500"/>
            <a:ext cx="1095592" cy="297333"/>
          </a:xfrm>
          <a:custGeom>
            <a:avLst/>
            <a:gdLst>
              <a:gd name="csX0" fmla="*/ 0 w 1933575"/>
              <a:gd name="csY0" fmla="*/ 524753 h 524753"/>
              <a:gd name="csX1" fmla="*/ 183356 w 1933575"/>
              <a:gd name="csY1" fmla="*/ 293772 h 524753"/>
              <a:gd name="csX2" fmla="*/ 450056 w 1933575"/>
              <a:gd name="csY2" fmla="*/ 119940 h 524753"/>
              <a:gd name="csX3" fmla="*/ 878681 w 1933575"/>
              <a:gd name="csY3" fmla="*/ 3259 h 524753"/>
              <a:gd name="csX4" fmla="*/ 1316831 w 1933575"/>
              <a:gd name="csY4" fmla="*/ 53265 h 524753"/>
              <a:gd name="csX5" fmla="*/ 1702594 w 1933575"/>
              <a:gd name="csY5" fmla="*/ 265197 h 524753"/>
              <a:gd name="csX6" fmla="*/ 1933575 w 1933575"/>
              <a:gd name="csY6" fmla="*/ 524753 h 52475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33575" h="524753">
                <a:moveTo>
                  <a:pt x="0" y="524753"/>
                </a:moveTo>
                <a:cubicBezTo>
                  <a:pt x="54173" y="442997"/>
                  <a:pt x="108347" y="361241"/>
                  <a:pt x="183356" y="293772"/>
                </a:cubicBezTo>
                <a:cubicBezTo>
                  <a:pt x="258365" y="226303"/>
                  <a:pt x="334169" y="168359"/>
                  <a:pt x="450056" y="119940"/>
                </a:cubicBezTo>
                <a:cubicBezTo>
                  <a:pt x="565943" y="71521"/>
                  <a:pt x="734218" y="14372"/>
                  <a:pt x="878681" y="3259"/>
                </a:cubicBezTo>
                <a:cubicBezTo>
                  <a:pt x="1023144" y="-7854"/>
                  <a:pt x="1179512" y="9609"/>
                  <a:pt x="1316831" y="53265"/>
                </a:cubicBezTo>
                <a:cubicBezTo>
                  <a:pt x="1454150" y="96921"/>
                  <a:pt x="1599803" y="186616"/>
                  <a:pt x="1702594" y="265197"/>
                </a:cubicBezTo>
                <a:cubicBezTo>
                  <a:pt x="1805385" y="343778"/>
                  <a:pt x="1913334" y="482287"/>
                  <a:pt x="1933575" y="524753"/>
                </a:cubicBezTo>
              </a:path>
            </a:pathLst>
          </a:custGeom>
          <a:solidFill>
            <a:srgbClr val="E7E6E6">
              <a:lumMod val="9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98" name="任意多边形: 形状 97">
            <a:extLst>
              <a:ext uri="{FF2B5EF4-FFF2-40B4-BE49-F238E27FC236}">
                <a16:creationId xmlns:a16="http://schemas.microsoft.com/office/drawing/2014/main" id="{2749A58B-8C69-6C4A-B965-E5CE8F26F548}"/>
              </a:ext>
            </a:extLst>
          </p:cNvPr>
          <p:cNvSpPr/>
          <p:nvPr/>
        </p:nvSpPr>
        <p:spPr>
          <a:xfrm>
            <a:off x="5906508" y="1839833"/>
            <a:ext cx="1202762" cy="697778"/>
          </a:xfrm>
          <a:custGeom>
            <a:avLst/>
            <a:gdLst>
              <a:gd name="csX0" fmla="*/ 103414 w 2172517"/>
              <a:gd name="csY0" fmla="*/ 0 h 1260377"/>
              <a:gd name="csX1" fmla="*/ 2069103 w 2172517"/>
              <a:gd name="csY1" fmla="*/ 0 h 1260377"/>
              <a:gd name="csX2" fmla="*/ 2071268 w 2172517"/>
              <a:gd name="csY2" fmla="*/ 437 h 1260377"/>
              <a:gd name="csX3" fmla="*/ 2115045 w 2172517"/>
              <a:gd name="csY3" fmla="*/ 72497 h 1260377"/>
              <a:gd name="csX4" fmla="*/ 2164314 w 2172517"/>
              <a:gd name="csY4" fmla="*/ 174772 h 1260377"/>
              <a:gd name="csX5" fmla="*/ 2172517 w 2172517"/>
              <a:gd name="csY5" fmla="*/ 197185 h 1260377"/>
              <a:gd name="csX6" fmla="*/ 2172517 w 2172517"/>
              <a:gd name="csY6" fmla="*/ 1063192 h 1260377"/>
              <a:gd name="csX7" fmla="*/ 2164314 w 2172517"/>
              <a:gd name="csY7" fmla="*/ 1085605 h 1260377"/>
              <a:gd name="csX8" fmla="*/ 2115045 w 2172517"/>
              <a:gd name="csY8" fmla="*/ 1187880 h 1260377"/>
              <a:gd name="csX9" fmla="*/ 2071267 w 2172517"/>
              <a:gd name="csY9" fmla="*/ 1259940 h 1260377"/>
              <a:gd name="csX10" fmla="*/ 2069103 w 2172517"/>
              <a:gd name="csY10" fmla="*/ 1260377 h 1260377"/>
              <a:gd name="csX11" fmla="*/ 103414 w 2172517"/>
              <a:gd name="csY11" fmla="*/ 1260377 h 1260377"/>
              <a:gd name="csX12" fmla="*/ 101249 w 2172517"/>
              <a:gd name="csY12" fmla="*/ 1259940 h 1260377"/>
              <a:gd name="csX13" fmla="*/ 57471 w 2172517"/>
              <a:gd name="csY13" fmla="*/ 1187880 h 1260377"/>
              <a:gd name="csX14" fmla="*/ 8203 w 2172517"/>
              <a:gd name="csY14" fmla="*/ 1085605 h 1260377"/>
              <a:gd name="csX15" fmla="*/ 0 w 2172517"/>
              <a:gd name="csY15" fmla="*/ 1063194 h 1260377"/>
              <a:gd name="csX16" fmla="*/ 0 w 2172517"/>
              <a:gd name="csY16" fmla="*/ 197182 h 1260377"/>
              <a:gd name="csX17" fmla="*/ 8203 w 2172517"/>
              <a:gd name="csY17" fmla="*/ 174772 h 1260377"/>
              <a:gd name="csX18" fmla="*/ 57471 w 2172517"/>
              <a:gd name="csY18" fmla="*/ 72497 h 1260377"/>
              <a:gd name="csX19" fmla="*/ 101248 w 2172517"/>
              <a:gd name="csY19" fmla="*/ 438 h 12603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2172517" h="1260377">
                <a:moveTo>
                  <a:pt x="103414" y="0"/>
                </a:moveTo>
                <a:lnTo>
                  <a:pt x="2069103" y="0"/>
                </a:lnTo>
                <a:lnTo>
                  <a:pt x="2071268" y="437"/>
                </a:lnTo>
                <a:lnTo>
                  <a:pt x="2115045" y="72497"/>
                </a:lnTo>
                <a:cubicBezTo>
                  <a:pt x="2133057" y="105653"/>
                  <a:pt x="2149512" y="139777"/>
                  <a:pt x="2164314" y="174772"/>
                </a:cubicBezTo>
                <a:lnTo>
                  <a:pt x="2172517" y="197185"/>
                </a:lnTo>
                <a:lnTo>
                  <a:pt x="2172517" y="1063192"/>
                </a:lnTo>
                <a:lnTo>
                  <a:pt x="2164314" y="1085605"/>
                </a:lnTo>
                <a:cubicBezTo>
                  <a:pt x="2149512" y="1120599"/>
                  <a:pt x="2133057" y="1154723"/>
                  <a:pt x="2115045" y="1187880"/>
                </a:cubicBezTo>
                <a:lnTo>
                  <a:pt x="2071267" y="1259940"/>
                </a:lnTo>
                <a:lnTo>
                  <a:pt x="2069103" y="1260377"/>
                </a:lnTo>
                <a:lnTo>
                  <a:pt x="103414" y="1260377"/>
                </a:lnTo>
                <a:lnTo>
                  <a:pt x="101249" y="1259940"/>
                </a:lnTo>
                <a:lnTo>
                  <a:pt x="57471" y="1187880"/>
                </a:lnTo>
                <a:cubicBezTo>
                  <a:pt x="39459" y="1154723"/>
                  <a:pt x="23004" y="1120599"/>
                  <a:pt x="8203" y="1085605"/>
                </a:cubicBezTo>
                <a:lnTo>
                  <a:pt x="0" y="1063194"/>
                </a:lnTo>
                <a:lnTo>
                  <a:pt x="0" y="197182"/>
                </a:lnTo>
                <a:lnTo>
                  <a:pt x="8203" y="174772"/>
                </a:lnTo>
                <a:cubicBezTo>
                  <a:pt x="23004" y="139777"/>
                  <a:pt x="39459" y="105653"/>
                  <a:pt x="57471" y="72497"/>
                </a:cubicBezTo>
                <a:lnTo>
                  <a:pt x="101248" y="438"/>
                </a:lnTo>
                <a:close/>
              </a:path>
            </a:pathLst>
          </a:custGeom>
          <a:noFill/>
          <a:ln w="25400" cap="flat" cmpd="sng" algn="ctr">
            <a:solidFill>
              <a:srgbClr val="4472C4">
                <a:shade val="15000"/>
              </a:srgbClr>
            </a:solidFill>
            <a:prstDash val="solid"/>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pic>
        <p:nvPicPr>
          <p:cNvPr id="99" name="图片 98">
            <a:extLst>
              <a:ext uri="{FF2B5EF4-FFF2-40B4-BE49-F238E27FC236}">
                <a16:creationId xmlns:a16="http://schemas.microsoft.com/office/drawing/2014/main" id="{F7602709-3F4A-5BA0-6069-09B43DFDAE99}"/>
              </a:ext>
            </a:extLst>
          </p:cNvPr>
          <p:cNvPicPr>
            <a:picLocks noChangeAspect="1"/>
          </p:cNvPicPr>
          <p:nvPr/>
        </p:nvPicPr>
        <p:blipFill>
          <a:blip r:embed="rId3"/>
          <a:stretch>
            <a:fillRect/>
          </a:stretch>
        </p:blipFill>
        <p:spPr>
          <a:xfrm>
            <a:off x="6178119" y="2006142"/>
            <a:ext cx="266108" cy="426901"/>
          </a:xfrm>
          <a:prstGeom prst="rect">
            <a:avLst/>
          </a:prstGeom>
        </p:spPr>
      </p:pic>
      <p:pic>
        <p:nvPicPr>
          <p:cNvPr id="100" name="图片 99">
            <a:extLst>
              <a:ext uri="{FF2B5EF4-FFF2-40B4-BE49-F238E27FC236}">
                <a16:creationId xmlns:a16="http://schemas.microsoft.com/office/drawing/2014/main" id="{F53D2F1B-D6C0-5AC6-9271-81E732DB9B07}"/>
              </a:ext>
            </a:extLst>
          </p:cNvPr>
          <p:cNvPicPr>
            <a:picLocks noChangeAspect="1"/>
          </p:cNvPicPr>
          <p:nvPr/>
        </p:nvPicPr>
        <p:blipFill>
          <a:blip r:embed="rId3"/>
          <a:stretch>
            <a:fillRect/>
          </a:stretch>
        </p:blipFill>
        <p:spPr>
          <a:xfrm>
            <a:off x="6571552" y="2006142"/>
            <a:ext cx="266108" cy="426901"/>
          </a:xfrm>
          <a:prstGeom prst="rect">
            <a:avLst/>
          </a:prstGeom>
        </p:spPr>
      </p:pic>
      <p:pic>
        <p:nvPicPr>
          <p:cNvPr id="101" name="图片 100">
            <a:extLst>
              <a:ext uri="{FF2B5EF4-FFF2-40B4-BE49-F238E27FC236}">
                <a16:creationId xmlns:a16="http://schemas.microsoft.com/office/drawing/2014/main" id="{D7B7AA9A-B11C-BCB7-DBCC-079055E9AAC4}"/>
              </a:ext>
            </a:extLst>
          </p:cNvPr>
          <p:cNvPicPr>
            <a:picLocks noChangeAspect="1"/>
          </p:cNvPicPr>
          <p:nvPr/>
        </p:nvPicPr>
        <p:blipFill>
          <a:blip r:embed="rId3"/>
          <a:stretch>
            <a:fillRect/>
          </a:stretch>
        </p:blipFill>
        <p:spPr>
          <a:xfrm>
            <a:off x="6837660" y="2006142"/>
            <a:ext cx="266108" cy="426901"/>
          </a:xfrm>
          <a:prstGeom prst="rect">
            <a:avLst/>
          </a:prstGeom>
        </p:spPr>
      </p:pic>
      <p:cxnSp>
        <p:nvCxnSpPr>
          <p:cNvPr id="102" name="直接连接符 101">
            <a:extLst>
              <a:ext uri="{FF2B5EF4-FFF2-40B4-BE49-F238E27FC236}">
                <a16:creationId xmlns:a16="http://schemas.microsoft.com/office/drawing/2014/main" id="{CDA369A2-7827-5B05-BD99-4E135363E74E}"/>
              </a:ext>
            </a:extLst>
          </p:cNvPr>
          <p:cNvCxnSpPr/>
          <p:nvPr/>
        </p:nvCxnSpPr>
        <p:spPr>
          <a:xfrm>
            <a:off x="5912011" y="2455054"/>
            <a:ext cx="1197260" cy="0"/>
          </a:xfrm>
          <a:prstGeom prst="line">
            <a:avLst/>
          </a:prstGeom>
          <a:noFill/>
          <a:ln w="50800" cap="flat" cmpd="sng" algn="ctr">
            <a:solidFill>
              <a:srgbClr val="4472C4"/>
            </a:solidFill>
            <a:prstDash val="solid"/>
          </a:ln>
          <a:effectLst/>
        </p:spPr>
      </p:cxnSp>
      <p:sp>
        <p:nvSpPr>
          <p:cNvPr id="103" name="任意多边形: 形状 102">
            <a:extLst>
              <a:ext uri="{FF2B5EF4-FFF2-40B4-BE49-F238E27FC236}">
                <a16:creationId xmlns:a16="http://schemas.microsoft.com/office/drawing/2014/main" id="{D711001E-79F7-5C84-AFC1-C823B1BA8549}"/>
              </a:ext>
            </a:extLst>
          </p:cNvPr>
          <p:cNvSpPr/>
          <p:nvPr/>
        </p:nvSpPr>
        <p:spPr>
          <a:xfrm flipH="1">
            <a:off x="7119817" y="2283360"/>
            <a:ext cx="1343420" cy="265889"/>
          </a:xfrm>
          <a:custGeom>
            <a:avLst/>
            <a:gdLst>
              <a:gd name="csX0" fmla="*/ 3452428 w 3541880"/>
              <a:gd name="csY0" fmla="*/ 0 h 480269"/>
              <a:gd name="csX1" fmla="*/ 2269671 w 3541880"/>
              <a:gd name="csY1" fmla="*/ 59635 h 480269"/>
              <a:gd name="csX2" fmla="*/ 381237 w 3541880"/>
              <a:gd name="csY2" fmla="*/ 298174 h 480269"/>
              <a:gd name="csX3" fmla="*/ 23428 w 3541880"/>
              <a:gd name="csY3" fmla="*/ 477079 h 480269"/>
              <a:gd name="csX4" fmla="*/ 758924 w 3541880"/>
              <a:gd name="csY4" fmla="*/ 417444 h 480269"/>
              <a:gd name="csX5" fmla="*/ 1971498 w 3541880"/>
              <a:gd name="csY5" fmla="*/ 288235 h 480269"/>
              <a:gd name="csX6" fmla="*/ 2975350 w 3541880"/>
              <a:gd name="csY6" fmla="*/ 228600 h 480269"/>
              <a:gd name="csX7" fmla="*/ 3541880 w 3541880"/>
              <a:gd name="csY7" fmla="*/ 208722 h 4802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541880" h="480269">
                <a:moveTo>
                  <a:pt x="3452428" y="0"/>
                </a:moveTo>
                <a:cubicBezTo>
                  <a:pt x="3116982" y="4969"/>
                  <a:pt x="2781536" y="9939"/>
                  <a:pt x="2269671" y="59635"/>
                </a:cubicBezTo>
                <a:cubicBezTo>
                  <a:pt x="1757806" y="109331"/>
                  <a:pt x="755611" y="228600"/>
                  <a:pt x="381237" y="298174"/>
                </a:cubicBezTo>
                <a:cubicBezTo>
                  <a:pt x="6863" y="367748"/>
                  <a:pt x="-39520" y="457201"/>
                  <a:pt x="23428" y="477079"/>
                </a:cubicBezTo>
                <a:cubicBezTo>
                  <a:pt x="86376" y="496957"/>
                  <a:pt x="758924" y="417444"/>
                  <a:pt x="758924" y="417444"/>
                </a:cubicBezTo>
                <a:lnTo>
                  <a:pt x="1971498" y="288235"/>
                </a:lnTo>
                <a:cubicBezTo>
                  <a:pt x="2340902" y="256761"/>
                  <a:pt x="2713620" y="241852"/>
                  <a:pt x="2975350" y="228600"/>
                </a:cubicBezTo>
                <a:cubicBezTo>
                  <a:pt x="3237080" y="215348"/>
                  <a:pt x="3389480" y="212035"/>
                  <a:pt x="3541880" y="208722"/>
                </a:cubicBezTo>
              </a:path>
            </a:pathLst>
          </a:custGeom>
          <a:noFill/>
          <a:ln w="25400" cap="flat" cmpd="sng" algn="ctr">
            <a:solidFill>
              <a:srgbClr val="C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04" name="任意多边形: 形状 103">
            <a:extLst>
              <a:ext uri="{FF2B5EF4-FFF2-40B4-BE49-F238E27FC236}">
                <a16:creationId xmlns:a16="http://schemas.microsoft.com/office/drawing/2014/main" id="{70EE44D5-D335-1A61-BCDF-C8876831C720}"/>
              </a:ext>
            </a:extLst>
          </p:cNvPr>
          <p:cNvSpPr/>
          <p:nvPr/>
        </p:nvSpPr>
        <p:spPr>
          <a:xfrm>
            <a:off x="4548112" y="2283359"/>
            <a:ext cx="1343420" cy="265889"/>
          </a:xfrm>
          <a:custGeom>
            <a:avLst/>
            <a:gdLst>
              <a:gd name="csX0" fmla="*/ 3452428 w 3541880"/>
              <a:gd name="csY0" fmla="*/ 0 h 480269"/>
              <a:gd name="csX1" fmla="*/ 2269671 w 3541880"/>
              <a:gd name="csY1" fmla="*/ 59635 h 480269"/>
              <a:gd name="csX2" fmla="*/ 381237 w 3541880"/>
              <a:gd name="csY2" fmla="*/ 298174 h 480269"/>
              <a:gd name="csX3" fmla="*/ 23428 w 3541880"/>
              <a:gd name="csY3" fmla="*/ 477079 h 480269"/>
              <a:gd name="csX4" fmla="*/ 758924 w 3541880"/>
              <a:gd name="csY4" fmla="*/ 417444 h 480269"/>
              <a:gd name="csX5" fmla="*/ 1971498 w 3541880"/>
              <a:gd name="csY5" fmla="*/ 288235 h 480269"/>
              <a:gd name="csX6" fmla="*/ 2975350 w 3541880"/>
              <a:gd name="csY6" fmla="*/ 228600 h 480269"/>
              <a:gd name="csX7" fmla="*/ 3541880 w 3541880"/>
              <a:gd name="csY7" fmla="*/ 208722 h 4802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541880" h="480269">
                <a:moveTo>
                  <a:pt x="3452428" y="0"/>
                </a:moveTo>
                <a:cubicBezTo>
                  <a:pt x="3116982" y="4969"/>
                  <a:pt x="2781536" y="9939"/>
                  <a:pt x="2269671" y="59635"/>
                </a:cubicBezTo>
                <a:cubicBezTo>
                  <a:pt x="1757806" y="109331"/>
                  <a:pt x="755611" y="228600"/>
                  <a:pt x="381237" y="298174"/>
                </a:cubicBezTo>
                <a:cubicBezTo>
                  <a:pt x="6863" y="367748"/>
                  <a:pt x="-39520" y="457201"/>
                  <a:pt x="23428" y="477079"/>
                </a:cubicBezTo>
                <a:cubicBezTo>
                  <a:pt x="86376" y="496957"/>
                  <a:pt x="758924" y="417444"/>
                  <a:pt x="758924" y="417444"/>
                </a:cubicBezTo>
                <a:lnTo>
                  <a:pt x="1971498" y="288235"/>
                </a:lnTo>
                <a:cubicBezTo>
                  <a:pt x="2340902" y="256761"/>
                  <a:pt x="2713620" y="241852"/>
                  <a:pt x="2975350" y="228600"/>
                </a:cubicBezTo>
                <a:cubicBezTo>
                  <a:pt x="3237080" y="215348"/>
                  <a:pt x="3389480" y="212035"/>
                  <a:pt x="3541880" y="208722"/>
                </a:cubicBezTo>
              </a:path>
            </a:pathLst>
          </a:custGeom>
          <a:noFill/>
          <a:ln w="25400" cap="flat" cmpd="sng" algn="ctr">
            <a:solidFill>
              <a:srgbClr val="C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105" name="椭圆 104">
            <a:extLst>
              <a:ext uri="{FF2B5EF4-FFF2-40B4-BE49-F238E27FC236}">
                <a16:creationId xmlns:a16="http://schemas.microsoft.com/office/drawing/2014/main" id="{3CCF2A26-7E07-597F-5EAB-89C3BEE3A240}"/>
              </a:ext>
            </a:extLst>
          </p:cNvPr>
          <p:cNvSpPr>
            <a:spLocks noChangeAspect="1"/>
          </p:cNvSpPr>
          <p:nvPr/>
        </p:nvSpPr>
        <p:spPr>
          <a:xfrm>
            <a:off x="5857932" y="1540979"/>
            <a:ext cx="1295485" cy="1295485"/>
          </a:xfrm>
          <a:prstGeom prst="ellipse">
            <a:avLst/>
          </a:prstGeom>
          <a:noFill/>
          <a:ln w="25400" cap="flat" cmpd="sng" algn="ctr">
            <a:solidFill>
              <a:srgbClr val="C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06" name="箭头: 右 39">
            <a:extLst>
              <a:ext uri="{FF2B5EF4-FFF2-40B4-BE49-F238E27FC236}">
                <a16:creationId xmlns:a16="http://schemas.microsoft.com/office/drawing/2014/main" id="{68FF53E7-5DE1-9F4F-0CA3-58903DF47728}"/>
              </a:ext>
            </a:extLst>
          </p:cNvPr>
          <p:cNvSpPr/>
          <p:nvPr/>
        </p:nvSpPr>
        <p:spPr>
          <a:xfrm>
            <a:off x="3080439" y="1680135"/>
            <a:ext cx="1501275" cy="782146"/>
          </a:xfrm>
          <a:custGeom>
            <a:avLst/>
            <a:gdLst>
              <a:gd name="csX0" fmla="*/ 4975 w 2144679"/>
              <a:gd name="csY0" fmla="*/ 279338 h 1117352"/>
              <a:gd name="csX1" fmla="*/ 1566953 w 2144679"/>
              <a:gd name="csY1" fmla="*/ 279338 h 1117352"/>
              <a:gd name="csX2" fmla="*/ 1586003 w 2144679"/>
              <a:gd name="csY2" fmla="*/ 0 h 1117352"/>
              <a:gd name="csX3" fmla="*/ 2144679 w 2144679"/>
              <a:gd name="csY3" fmla="*/ 558676 h 1117352"/>
              <a:gd name="csX4" fmla="*/ 1586003 w 2144679"/>
              <a:gd name="csY4" fmla="*/ 1117352 h 1117352"/>
              <a:gd name="csX5" fmla="*/ 1557428 w 2144679"/>
              <a:gd name="csY5" fmla="*/ 838014 h 1117352"/>
              <a:gd name="csX6" fmla="*/ 212 w 2144679"/>
              <a:gd name="csY6" fmla="*/ 838014 h 1117352"/>
              <a:gd name="csX7" fmla="*/ 4975 w 2144679"/>
              <a:gd name="csY7" fmla="*/ 279338 h 11173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144679" h="1117352">
                <a:moveTo>
                  <a:pt x="4975" y="279338"/>
                </a:moveTo>
                <a:lnTo>
                  <a:pt x="1566953" y="279338"/>
                </a:lnTo>
                <a:lnTo>
                  <a:pt x="1586003" y="0"/>
                </a:lnTo>
                <a:lnTo>
                  <a:pt x="2144679" y="558676"/>
                </a:lnTo>
                <a:lnTo>
                  <a:pt x="1586003" y="1117352"/>
                </a:lnTo>
                <a:lnTo>
                  <a:pt x="1557428" y="838014"/>
                </a:lnTo>
                <a:lnTo>
                  <a:pt x="212" y="838014"/>
                </a:lnTo>
                <a:cubicBezTo>
                  <a:pt x="-1375" y="651789"/>
                  <a:pt x="6562" y="465563"/>
                  <a:pt x="4975" y="279338"/>
                </a:cubicBezTo>
                <a:close/>
              </a:path>
            </a:pathLst>
          </a:custGeom>
          <a:solidFill>
            <a:srgbClr val="002060"/>
          </a:solidFill>
          <a:ln w="9525" cap="flat" cmpd="sng" algn="ctr">
            <a:noFill/>
            <a:prstDash val="solid"/>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Arial" pitchFamily="34" charset="0"/>
              <a:ea typeface="宋体" panose="02010600030101010101" pitchFamily="2" charset="-122"/>
              <a:cs typeface="Arial" pitchFamily="34" charset="0"/>
            </a:endParaRPr>
          </a:p>
        </p:txBody>
      </p:sp>
      <p:grpSp>
        <p:nvGrpSpPr>
          <p:cNvPr id="107" name="组合 106">
            <a:extLst>
              <a:ext uri="{FF2B5EF4-FFF2-40B4-BE49-F238E27FC236}">
                <a16:creationId xmlns:a16="http://schemas.microsoft.com/office/drawing/2014/main" id="{78826E52-E878-2D64-B2DC-1C5AA48A4FAF}"/>
              </a:ext>
            </a:extLst>
          </p:cNvPr>
          <p:cNvGrpSpPr/>
          <p:nvPr/>
        </p:nvGrpSpPr>
        <p:grpSpPr>
          <a:xfrm>
            <a:off x="445279" y="1751798"/>
            <a:ext cx="2476830" cy="873847"/>
            <a:chOff x="1364569" y="3003383"/>
            <a:chExt cx="3538329" cy="1248353"/>
          </a:xfrm>
        </p:grpSpPr>
        <p:pic>
          <p:nvPicPr>
            <p:cNvPr id="108" name="图片 107">
              <a:extLst>
                <a:ext uri="{FF2B5EF4-FFF2-40B4-BE49-F238E27FC236}">
                  <a16:creationId xmlns:a16="http://schemas.microsoft.com/office/drawing/2014/main" id="{B31F8C97-CAA5-0059-5A6F-738B9973B485}"/>
                </a:ext>
              </a:extLst>
            </p:cNvPr>
            <p:cNvPicPr>
              <a:picLocks noChangeAspect="1"/>
            </p:cNvPicPr>
            <p:nvPr/>
          </p:nvPicPr>
          <p:blipFill>
            <a:blip r:embed="rId3"/>
            <a:stretch>
              <a:fillRect/>
            </a:stretch>
          </p:blipFill>
          <p:spPr>
            <a:xfrm>
              <a:off x="2670764" y="3371381"/>
              <a:ext cx="388334" cy="622980"/>
            </a:xfrm>
            <a:prstGeom prst="rect">
              <a:avLst/>
            </a:prstGeom>
          </p:spPr>
        </p:pic>
        <p:pic>
          <p:nvPicPr>
            <p:cNvPr id="109" name="图片 108">
              <a:extLst>
                <a:ext uri="{FF2B5EF4-FFF2-40B4-BE49-F238E27FC236}">
                  <a16:creationId xmlns:a16="http://schemas.microsoft.com/office/drawing/2014/main" id="{66004D02-3ABC-2F9D-874C-58BDDA3BE410}"/>
                </a:ext>
              </a:extLst>
            </p:cNvPr>
            <p:cNvPicPr>
              <a:picLocks noChangeAspect="1"/>
            </p:cNvPicPr>
            <p:nvPr/>
          </p:nvPicPr>
          <p:blipFill>
            <a:blip r:embed="rId3"/>
            <a:stretch>
              <a:fillRect/>
            </a:stretch>
          </p:blipFill>
          <p:spPr>
            <a:xfrm>
              <a:off x="3244903" y="3371381"/>
              <a:ext cx="388334" cy="622980"/>
            </a:xfrm>
            <a:prstGeom prst="rect">
              <a:avLst/>
            </a:prstGeom>
          </p:spPr>
        </p:pic>
        <p:sp>
          <p:nvSpPr>
            <p:cNvPr id="110" name="任意多边形: 形状 109">
              <a:extLst>
                <a:ext uri="{FF2B5EF4-FFF2-40B4-BE49-F238E27FC236}">
                  <a16:creationId xmlns:a16="http://schemas.microsoft.com/office/drawing/2014/main" id="{0A72FDA4-6482-35AF-7119-AEBD9661BE00}"/>
                </a:ext>
              </a:extLst>
            </p:cNvPr>
            <p:cNvSpPr/>
            <p:nvPr/>
          </p:nvSpPr>
          <p:spPr>
            <a:xfrm>
              <a:off x="2670764" y="3128684"/>
              <a:ext cx="962473" cy="1018272"/>
            </a:xfrm>
            <a:custGeom>
              <a:avLst/>
              <a:gdLst>
                <a:gd name="csX0" fmla="*/ 121508 w 1191311"/>
                <a:gd name="csY0" fmla="*/ 0 h 1260377"/>
                <a:gd name="csX1" fmla="*/ 1032668 w 1191311"/>
                <a:gd name="csY1" fmla="*/ 0 h 1260377"/>
                <a:gd name="csX2" fmla="*/ 1123385 w 1191311"/>
                <a:gd name="csY2" fmla="*/ 74849 h 1260377"/>
                <a:gd name="csX3" fmla="*/ 1191311 w 1191311"/>
                <a:gd name="csY3" fmla="*/ 157175 h 1260377"/>
                <a:gd name="csX4" fmla="*/ 1191311 w 1191311"/>
                <a:gd name="csY4" fmla="*/ 1085117 h 1260377"/>
                <a:gd name="csX5" fmla="*/ 1123385 w 1191311"/>
                <a:gd name="csY5" fmla="*/ 1167443 h 1260377"/>
                <a:gd name="csX6" fmla="*/ 1010749 w 1191311"/>
                <a:gd name="csY6" fmla="*/ 1260377 h 1260377"/>
                <a:gd name="csX7" fmla="*/ 143427 w 1191311"/>
                <a:gd name="csY7" fmla="*/ 1260377 h 1260377"/>
                <a:gd name="csX8" fmla="*/ 30791 w 1191311"/>
                <a:gd name="csY8" fmla="*/ 1167443 h 1260377"/>
                <a:gd name="csX9" fmla="*/ 0 w 1191311"/>
                <a:gd name="csY9" fmla="*/ 1130125 h 1260377"/>
                <a:gd name="csX10" fmla="*/ 0 w 1191311"/>
                <a:gd name="csY10" fmla="*/ 112167 h 1260377"/>
                <a:gd name="csX11" fmla="*/ 30791 w 1191311"/>
                <a:gd name="csY11" fmla="*/ 74849 h 12603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191311" h="1260377">
                  <a:moveTo>
                    <a:pt x="121508" y="0"/>
                  </a:moveTo>
                  <a:lnTo>
                    <a:pt x="1032668" y="0"/>
                  </a:lnTo>
                  <a:lnTo>
                    <a:pt x="1123385" y="74849"/>
                  </a:lnTo>
                  <a:lnTo>
                    <a:pt x="1191311" y="157175"/>
                  </a:lnTo>
                  <a:lnTo>
                    <a:pt x="1191311" y="1085117"/>
                  </a:lnTo>
                  <a:lnTo>
                    <a:pt x="1123385" y="1167443"/>
                  </a:lnTo>
                  <a:lnTo>
                    <a:pt x="1010749" y="1260377"/>
                  </a:lnTo>
                  <a:lnTo>
                    <a:pt x="143427" y="1260377"/>
                  </a:lnTo>
                  <a:lnTo>
                    <a:pt x="30791" y="1167443"/>
                  </a:lnTo>
                  <a:lnTo>
                    <a:pt x="0" y="1130125"/>
                  </a:lnTo>
                  <a:lnTo>
                    <a:pt x="0" y="112167"/>
                  </a:lnTo>
                  <a:lnTo>
                    <a:pt x="30791" y="74849"/>
                  </a:lnTo>
                  <a:close/>
                </a:path>
              </a:pathLst>
            </a:custGeom>
            <a:noFill/>
            <a:ln w="25400" cap="flat" cmpd="sng" algn="ctr">
              <a:solidFill>
                <a:srgbClr val="4472C4">
                  <a:shade val="15000"/>
                </a:srgbClr>
              </a:solidFill>
              <a:prstDash val="solid"/>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cxnSp>
          <p:nvCxnSpPr>
            <p:cNvPr id="111" name="直接连接符 110">
              <a:extLst>
                <a:ext uri="{FF2B5EF4-FFF2-40B4-BE49-F238E27FC236}">
                  <a16:creationId xmlns:a16="http://schemas.microsoft.com/office/drawing/2014/main" id="{EE5555F0-4CA6-D116-C07D-E458AB18C78F}"/>
                </a:ext>
              </a:extLst>
            </p:cNvPr>
            <p:cNvCxnSpPr>
              <a:cxnSpLocks/>
            </p:cNvCxnSpPr>
            <p:nvPr/>
          </p:nvCxnSpPr>
          <p:spPr>
            <a:xfrm>
              <a:off x="2657939" y="4018785"/>
              <a:ext cx="962473" cy="0"/>
            </a:xfrm>
            <a:prstGeom prst="line">
              <a:avLst/>
            </a:prstGeom>
            <a:noFill/>
            <a:ln w="50800" cap="flat" cmpd="sng" algn="ctr">
              <a:solidFill>
                <a:srgbClr val="4472C4"/>
              </a:solidFill>
              <a:prstDash val="solid"/>
            </a:ln>
            <a:effectLst/>
          </p:spPr>
        </p:cxnSp>
        <p:sp>
          <p:nvSpPr>
            <p:cNvPr id="112" name="椭圆 111">
              <a:extLst>
                <a:ext uri="{FF2B5EF4-FFF2-40B4-BE49-F238E27FC236}">
                  <a16:creationId xmlns:a16="http://schemas.microsoft.com/office/drawing/2014/main" id="{8F6C76A7-CBB8-70F6-5ED7-3072A9B4E7DA}"/>
                </a:ext>
              </a:extLst>
            </p:cNvPr>
            <p:cNvSpPr>
              <a:spLocks noChangeAspect="1"/>
            </p:cNvSpPr>
            <p:nvPr/>
          </p:nvSpPr>
          <p:spPr>
            <a:xfrm>
              <a:off x="2512433" y="3003383"/>
              <a:ext cx="1248353" cy="1248353"/>
            </a:xfrm>
            <a:prstGeom prst="ellipse">
              <a:avLst/>
            </a:prstGeom>
            <a:noFill/>
            <a:ln w="25400" cap="flat" cmpd="sng" algn="ctr">
              <a:solidFill>
                <a:srgbClr val="C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13" name="任意多边形: 形状 112">
              <a:extLst>
                <a:ext uri="{FF2B5EF4-FFF2-40B4-BE49-F238E27FC236}">
                  <a16:creationId xmlns:a16="http://schemas.microsoft.com/office/drawing/2014/main" id="{6CE939D0-6069-1B01-8679-62DED041BD25}"/>
                </a:ext>
              </a:extLst>
            </p:cNvPr>
            <p:cNvSpPr>
              <a:spLocks noChangeAspect="1"/>
            </p:cNvSpPr>
            <p:nvPr/>
          </p:nvSpPr>
          <p:spPr>
            <a:xfrm>
              <a:off x="1364569" y="3783441"/>
              <a:ext cx="1189090" cy="235344"/>
            </a:xfrm>
            <a:custGeom>
              <a:avLst/>
              <a:gdLst>
                <a:gd name="csX0" fmla="*/ 3452428 w 3541880"/>
                <a:gd name="csY0" fmla="*/ 0 h 480269"/>
                <a:gd name="csX1" fmla="*/ 2269671 w 3541880"/>
                <a:gd name="csY1" fmla="*/ 59635 h 480269"/>
                <a:gd name="csX2" fmla="*/ 381237 w 3541880"/>
                <a:gd name="csY2" fmla="*/ 298174 h 480269"/>
                <a:gd name="csX3" fmla="*/ 23428 w 3541880"/>
                <a:gd name="csY3" fmla="*/ 477079 h 480269"/>
                <a:gd name="csX4" fmla="*/ 758924 w 3541880"/>
                <a:gd name="csY4" fmla="*/ 417444 h 480269"/>
                <a:gd name="csX5" fmla="*/ 1971498 w 3541880"/>
                <a:gd name="csY5" fmla="*/ 288235 h 480269"/>
                <a:gd name="csX6" fmla="*/ 2975350 w 3541880"/>
                <a:gd name="csY6" fmla="*/ 228600 h 480269"/>
                <a:gd name="csX7" fmla="*/ 3541880 w 3541880"/>
                <a:gd name="csY7" fmla="*/ 208722 h 4802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541880" h="480269">
                  <a:moveTo>
                    <a:pt x="3452428" y="0"/>
                  </a:moveTo>
                  <a:cubicBezTo>
                    <a:pt x="3116982" y="4969"/>
                    <a:pt x="2781536" y="9939"/>
                    <a:pt x="2269671" y="59635"/>
                  </a:cubicBezTo>
                  <a:cubicBezTo>
                    <a:pt x="1757806" y="109331"/>
                    <a:pt x="755611" y="228600"/>
                    <a:pt x="381237" y="298174"/>
                  </a:cubicBezTo>
                  <a:cubicBezTo>
                    <a:pt x="6863" y="367748"/>
                    <a:pt x="-39520" y="457201"/>
                    <a:pt x="23428" y="477079"/>
                  </a:cubicBezTo>
                  <a:cubicBezTo>
                    <a:pt x="86376" y="496957"/>
                    <a:pt x="758924" y="417444"/>
                    <a:pt x="758924" y="417444"/>
                  </a:cubicBezTo>
                  <a:lnTo>
                    <a:pt x="1971498" y="288235"/>
                  </a:lnTo>
                  <a:cubicBezTo>
                    <a:pt x="2340902" y="256761"/>
                    <a:pt x="2713620" y="241852"/>
                    <a:pt x="2975350" y="228600"/>
                  </a:cubicBezTo>
                  <a:cubicBezTo>
                    <a:pt x="3237080" y="215348"/>
                    <a:pt x="3389480" y="212035"/>
                    <a:pt x="3541880" y="208722"/>
                  </a:cubicBezTo>
                </a:path>
              </a:pathLst>
            </a:custGeom>
            <a:noFill/>
            <a:ln w="25400" cap="flat" cmpd="sng" algn="ctr">
              <a:solidFill>
                <a:srgbClr val="C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114" name="任意多边形: 形状 113">
              <a:extLst>
                <a:ext uri="{FF2B5EF4-FFF2-40B4-BE49-F238E27FC236}">
                  <a16:creationId xmlns:a16="http://schemas.microsoft.com/office/drawing/2014/main" id="{F0665ABF-6F2F-1889-07F3-2ED3F6A14C4A}"/>
                </a:ext>
              </a:extLst>
            </p:cNvPr>
            <p:cNvSpPr>
              <a:spLocks noChangeAspect="1"/>
            </p:cNvSpPr>
            <p:nvPr/>
          </p:nvSpPr>
          <p:spPr>
            <a:xfrm flipH="1">
              <a:off x="3713808" y="3792769"/>
              <a:ext cx="1189090" cy="235344"/>
            </a:xfrm>
            <a:custGeom>
              <a:avLst/>
              <a:gdLst>
                <a:gd name="csX0" fmla="*/ 3452428 w 3541880"/>
                <a:gd name="csY0" fmla="*/ 0 h 480269"/>
                <a:gd name="csX1" fmla="*/ 2269671 w 3541880"/>
                <a:gd name="csY1" fmla="*/ 59635 h 480269"/>
                <a:gd name="csX2" fmla="*/ 381237 w 3541880"/>
                <a:gd name="csY2" fmla="*/ 298174 h 480269"/>
                <a:gd name="csX3" fmla="*/ 23428 w 3541880"/>
                <a:gd name="csY3" fmla="*/ 477079 h 480269"/>
                <a:gd name="csX4" fmla="*/ 758924 w 3541880"/>
                <a:gd name="csY4" fmla="*/ 417444 h 480269"/>
                <a:gd name="csX5" fmla="*/ 1971498 w 3541880"/>
                <a:gd name="csY5" fmla="*/ 288235 h 480269"/>
                <a:gd name="csX6" fmla="*/ 2975350 w 3541880"/>
                <a:gd name="csY6" fmla="*/ 228600 h 480269"/>
                <a:gd name="csX7" fmla="*/ 3541880 w 3541880"/>
                <a:gd name="csY7" fmla="*/ 208722 h 4802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541880" h="480269">
                  <a:moveTo>
                    <a:pt x="3452428" y="0"/>
                  </a:moveTo>
                  <a:cubicBezTo>
                    <a:pt x="3116982" y="4969"/>
                    <a:pt x="2781536" y="9939"/>
                    <a:pt x="2269671" y="59635"/>
                  </a:cubicBezTo>
                  <a:cubicBezTo>
                    <a:pt x="1757806" y="109331"/>
                    <a:pt x="755611" y="228600"/>
                    <a:pt x="381237" y="298174"/>
                  </a:cubicBezTo>
                  <a:cubicBezTo>
                    <a:pt x="6863" y="367748"/>
                    <a:pt x="-39520" y="457201"/>
                    <a:pt x="23428" y="477079"/>
                  </a:cubicBezTo>
                  <a:cubicBezTo>
                    <a:pt x="86376" y="496957"/>
                    <a:pt x="758924" y="417444"/>
                    <a:pt x="758924" y="417444"/>
                  </a:cubicBezTo>
                  <a:lnTo>
                    <a:pt x="1971498" y="288235"/>
                  </a:lnTo>
                  <a:cubicBezTo>
                    <a:pt x="2340902" y="256761"/>
                    <a:pt x="2713620" y="241852"/>
                    <a:pt x="2975350" y="228600"/>
                  </a:cubicBezTo>
                  <a:cubicBezTo>
                    <a:pt x="3237080" y="215348"/>
                    <a:pt x="3389480" y="212035"/>
                    <a:pt x="3541880" y="208722"/>
                  </a:cubicBezTo>
                </a:path>
              </a:pathLst>
            </a:custGeom>
            <a:noFill/>
            <a:ln w="25400" cap="flat" cmpd="sng" algn="ctr">
              <a:solidFill>
                <a:srgbClr val="C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grpSp>
      <p:sp>
        <p:nvSpPr>
          <p:cNvPr id="115" name="文本框 114">
            <a:extLst>
              <a:ext uri="{FF2B5EF4-FFF2-40B4-BE49-F238E27FC236}">
                <a16:creationId xmlns:a16="http://schemas.microsoft.com/office/drawing/2014/main" id="{0559100A-2160-390F-A991-CD69EBD3F1E1}"/>
              </a:ext>
            </a:extLst>
          </p:cNvPr>
          <p:cNvSpPr txBox="1"/>
          <p:nvPr/>
        </p:nvSpPr>
        <p:spPr>
          <a:xfrm>
            <a:off x="2328176" y="675856"/>
            <a:ext cx="4486788" cy="307777"/>
          </a:xfrm>
          <a:prstGeom prst="rect">
            <a:avLst/>
          </a:prstGeom>
          <a:noFill/>
        </p:spPr>
        <p:txBody>
          <a:bodyPr wrap="square" lIns="0" tIns="0" rIns="0" bIns="0" rtlCol="0">
            <a:spAutoFit/>
          </a:bodyPr>
          <a:lstStyle/>
          <a:p>
            <a:pPr algn="ctr" fontAlgn="auto">
              <a:spcBef>
                <a:spcPts val="0"/>
              </a:spcBef>
              <a:spcAft>
                <a:spcPts val="0"/>
              </a:spcAft>
            </a:pPr>
            <a:r>
              <a:rPr lang="en-US" altLang="zh-CN" sz="2000" b="1" dirty="0">
                <a:solidFill>
                  <a:srgbClr val="C00000"/>
                </a:solidFill>
                <a:latin typeface="微软雅黑" panose="020B0503020204020204" pitchFamily="34" charset="-122"/>
                <a:ea typeface="微软雅黑" panose="020B0503020204020204" pitchFamily="34" charset="-122"/>
                <a:cs typeface="Arial" pitchFamily="34" charset="0"/>
              </a:rPr>
              <a:t>What about upsizing the aircraft</a:t>
            </a:r>
            <a:r>
              <a:rPr lang="zh-CN" altLang="en-US" sz="2000" b="1" dirty="0">
                <a:solidFill>
                  <a:srgbClr val="C00000"/>
                </a:solidFill>
                <a:latin typeface="微软雅黑" panose="020B0503020204020204" pitchFamily="34" charset="-122"/>
                <a:ea typeface="微软雅黑" panose="020B0503020204020204" pitchFamily="34" charset="-122"/>
                <a:cs typeface="Arial" pitchFamily="34" charset="0"/>
              </a:rPr>
              <a:t>？</a:t>
            </a:r>
          </a:p>
        </p:txBody>
      </p:sp>
      <p:sp>
        <p:nvSpPr>
          <p:cNvPr id="116" name="文本框 115">
            <a:extLst>
              <a:ext uri="{FF2B5EF4-FFF2-40B4-BE49-F238E27FC236}">
                <a16:creationId xmlns:a16="http://schemas.microsoft.com/office/drawing/2014/main" id="{A59E6213-FAD8-93A5-885F-1DEB3524AFE7}"/>
              </a:ext>
            </a:extLst>
          </p:cNvPr>
          <p:cNvSpPr txBox="1"/>
          <p:nvPr/>
        </p:nvSpPr>
        <p:spPr>
          <a:xfrm>
            <a:off x="1070284" y="2907812"/>
            <a:ext cx="1226820" cy="215444"/>
          </a:xfrm>
          <a:prstGeom prst="rect">
            <a:avLst/>
          </a:prstGeom>
          <a:noFill/>
        </p:spPr>
        <p:txBody>
          <a:bodyPr wrap="square" lIns="0" tIns="0" rIns="0" bIns="0" rtlCol="0">
            <a:spAutoFit/>
          </a:bodyPr>
          <a:lstStyle/>
          <a:p>
            <a:pPr algn="ctr" fontAlgn="auto">
              <a:spcBef>
                <a:spcPts val="0"/>
              </a:spcBef>
              <a:spcAft>
                <a:spcPts val="0"/>
              </a:spcAft>
            </a:pPr>
            <a:r>
              <a:rPr lang="en-US" altLang="zh-CN" sz="1400" b="1" dirty="0">
                <a:solidFill>
                  <a:srgbClr val="002060"/>
                </a:solidFill>
                <a:latin typeface="微软雅黑" panose="020B0503020204020204" pitchFamily="34" charset="-122"/>
                <a:ea typeface="微软雅黑" panose="020B0503020204020204" pitchFamily="34" charset="-122"/>
                <a:cs typeface="Arial" pitchFamily="34" charset="0"/>
              </a:rPr>
              <a:t>2 seats 1 row</a:t>
            </a:r>
            <a:endParaRPr lang="zh-CN" altLang="en-US" sz="1400" b="1" dirty="0">
              <a:solidFill>
                <a:srgbClr val="002060"/>
              </a:solidFill>
              <a:latin typeface="微软雅黑" panose="020B0503020204020204" pitchFamily="34" charset="-122"/>
              <a:ea typeface="微软雅黑" panose="020B0503020204020204" pitchFamily="34" charset="-122"/>
              <a:cs typeface="Arial" pitchFamily="34" charset="0"/>
            </a:endParaRPr>
          </a:p>
        </p:txBody>
      </p:sp>
      <p:sp>
        <p:nvSpPr>
          <p:cNvPr id="117" name="文本框 116">
            <a:extLst>
              <a:ext uri="{FF2B5EF4-FFF2-40B4-BE49-F238E27FC236}">
                <a16:creationId xmlns:a16="http://schemas.microsoft.com/office/drawing/2014/main" id="{B56EC64B-B946-7E71-1EE5-F73E7B688145}"/>
              </a:ext>
            </a:extLst>
          </p:cNvPr>
          <p:cNvSpPr txBox="1"/>
          <p:nvPr/>
        </p:nvSpPr>
        <p:spPr>
          <a:xfrm>
            <a:off x="5892264" y="2907812"/>
            <a:ext cx="1226820" cy="215444"/>
          </a:xfrm>
          <a:prstGeom prst="rect">
            <a:avLst/>
          </a:prstGeom>
          <a:noFill/>
        </p:spPr>
        <p:txBody>
          <a:bodyPr wrap="square" lIns="0" tIns="0" rIns="0" bIns="0" rtlCol="0">
            <a:spAutoFit/>
          </a:bodyPr>
          <a:lstStyle/>
          <a:p>
            <a:pPr algn="ctr" fontAlgn="auto">
              <a:spcBef>
                <a:spcPts val="0"/>
              </a:spcBef>
              <a:spcAft>
                <a:spcPts val="0"/>
              </a:spcAft>
            </a:pPr>
            <a:r>
              <a:rPr lang="en-US" altLang="zh-CN" sz="1400" b="1" dirty="0">
                <a:solidFill>
                  <a:srgbClr val="002060"/>
                </a:solidFill>
                <a:latin typeface="微软雅黑" panose="020B0503020204020204" pitchFamily="34" charset="-122"/>
                <a:ea typeface="微软雅黑" panose="020B0503020204020204" pitchFamily="34" charset="-122"/>
                <a:cs typeface="Arial" pitchFamily="34" charset="0"/>
              </a:rPr>
              <a:t>4 seats 1 row</a:t>
            </a:r>
            <a:endParaRPr lang="zh-CN" altLang="en-US" sz="1400" b="1" dirty="0">
              <a:solidFill>
                <a:srgbClr val="002060"/>
              </a:solidFill>
              <a:latin typeface="微软雅黑" panose="020B0503020204020204" pitchFamily="34" charset="-122"/>
              <a:ea typeface="微软雅黑" panose="020B0503020204020204" pitchFamily="34" charset="-122"/>
              <a:cs typeface="Arial" pitchFamily="34" charset="0"/>
            </a:endParaRPr>
          </a:p>
        </p:txBody>
      </p:sp>
      <p:sp>
        <p:nvSpPr>
          <p:cNvPr id="118" name="文本框 117">
            <a:extLst>
              <a:ext uri="{FF2B5EF4-FFF2-40B4-BE49-F238E27FC236}">
                <a16:creationId xmlns:a16="http://schemas.microsoft.com/office/drawing/2014/main" id="{8CD6D0D0-AB7F-C27C-D2DB-BE4E9F3C53FF}"/>
              </a:ext>
            </a:extLst>
          </p:cNvPr>
          <p:cNvSpPr txBox="1"/>
          <p:nvPr/>
        </p:nvSpPr>
        <p:spPr>
          <a:xfrm>
            <a:off x="7174535" y="1531801"/>
            <a:ext cx="1583928" cy="307777"/>
          </a:xfrm>
          <a:prstGeom prst="rect">
            <a:avLst/>
          </a:prstGeom>
          <a:noFill/>
        </p:spPr>
        <p:txBody>
          <a:bodyPr wrap="square" rtlCol="0">
            <a:spAutoFit/>
          </a:bodyPr>
          <a:lstStyle/>
          <a:p>
            <a:pPr algn="ctr" fontAlgn="auto">
              <a:spcBef>
                <a:spcPts val="0"/>
              </a:spcBef>
              <a:spcAft>
                <a:spcPts val="0"/>
              </a:spcAft>
            </a:pPr>
            <a:r>
              <a:rPr lang="en-US" altLang="zh-CN" sz="1400" b="1" dirty="0">
                <a:solidFill>
                  <a:prstClr val="black"/>
                </a:solidFill>
                <a:latin typeface="Calibri"/>
                <a:ea typeface="宋体" panose="02010600030101010101" pitchFamily="2" charset="-122"/>
                <a:cs typeface="+mn-cs"/>
              </a:rPr>
              <a:t>R</a:t>
            </a:r>
            <a:r>
              <a:rPr lang="zh-CN" altLang="zh-CN" sz="1400" b="1" dirty="0">
                <a:solidFill>
                  <a:prstClr val="black"/>
                </a:solidFill>
                <a:latin typeface="Calibri"/>
                <a:ea typeface="宋体" panose="02010600030101010101" pitchFamily="2" charset="-122"/>
                <a:cs typeface="+mn-cs"/>
              </a:rPr>
              <a:t>edundant</a:t>
            </a:r>
            <a:r>
              <a:rPr lang="en-US" altLang="zh-CN" sz="1400" b="1" dirty="0">
                <a:solidFill>
                  <a:prstClr val="black"/>
                </a:solidFill>
                <a:latin typeface="Calibri"/>
                <a:ea typeface="宋体" panose="02010600030101010101" pitchFamily="2" charset="-122"/>
                <a:cs typeface="+mn-cs"/>
              </a:rPr>
              <a:t> space</a:t>
            </a:r>
            <a:endParaRPr lang="zh-CN" altLang="en-US" sz="1400" b="1" dirty="0">
              <a:solidFill>
                <a:prstClr val="black"/>
              </a:solidFill>
              <a:latin typeface="Calibri"/>
              <a:ea typeface="宋体" panose="02010600030101010101" pitchFamily="2" charset="-122"/>
              <a:cs typeface="+mn-cs"/>
            </a:endParaRPr>
          </a:p>
        </p:txBody>
      </p:sp>
      <p:sp>
        <p:nvSpPr>
          <p:cNvPr id="119" name="文本框 118">
            <a:extLst>
              <a:ext uri="{FF2B5EF4-FFF2-40B4-BE49-F238E27FC236}">
                <a16:creationId xmlns:a16="http://schemas.microsoft.com/office/drawing/2014/main" id="{443E8CF0-FF82-6FF4-9A98-F968993A989E}"/>
              </a:ext>
            </a:extLst>
          </p:cNvPr>
          <p:cNvSpPr txBox="1"/>
          <p:nvPr/>
        </p:nvSpPr>
        <p:spPr>
          <a:xfrm>
            <a:off x="1215299" y="3549489"/>
            <a:ext cx="1607757" cy="338554"/>
          </a:xfrm>
          <a:prstGeom prst="rect">
            <a:avLst/>
          </a:prstGeom>
          <a:noFill/>
          <a:ln w="15875">
            <a:solidFill>
              <a:srgbClr val="002060"/>
            </a:solidFill>
          </a:ln>
        </p:spPr>
        <p:txBody>
          <a:bodyPr wrap="square">
            <a:spAutoFit/>
          </a:bodyPr>
          <a:lstStyle/>
          <a:p>
            <a:pPr algn="ctr" fontAlgn="auto">
              <a:spcBef>
                <a:spcPts val="0"/>
              </a:spcBef>
              <a:spcAft>
                <a:spcPts val="0"/>
              </a:spcAft>
            </a:pPr>
            <a:r>
              <a:rPr lang="en-US" altLang="zh-CN" sz="1600" b="1" dirty="0">
                <a:solidFill>
                  <a:srgbClr val="002060"/>
                </a:solidFill>
                <a:latin typeface="微软雅黑" panose="020B0503020204020204" pitchFamily="34" charset="-122"/>
                <a:ea typeface="微软雅黑" panose="020B0503020204020204" pitchFamily="34" charset="-122"/>
                <a:cs typeface="+mn-cs"/>
              </a:rPr>
              <a:t>2× P</a:t>
            </a:r>
            <a:r>
              <a:rPr lang="zh-CN" altLang="zh-CN" sz="1600" b="1" dirty="0">
                <a:solidFill>
                  <a:srgbClr val="002060"/>
                </a:solidFill>
                <a:latin typeface="微软雅黑" panose="020B0503020204020204" pitchFamily="34" charset="-122"/>
                <a:ea typeface="微软雅黑" panose="020B0503020204020204" pitchFamily="34" charset="-122"/>
                <a:cs typeface="+mn-cs"/>
              </a:rPr>
              <a:t>assenger</a:t>
            </a:r>
            <a:endParaRPr lang="zh-CN" altLang="en-US" sz="1600" b="1" dirty="0">
              <a:solidFill>
                <a:srgbClr val="002060"/>
              </a:solidFill>
              <a:latin typeface="微软雅黑" panose="020B0503020204020204" pitchFamily="34" charset="-122"/>
              <a:ea typeface="微软雅黑" panose="020B0503020204020204" pitchFamily="34" charset="-122"/>
              <a:cs typeface="+mn-cs"/>
            </a:endParaRPr>
          </a:p>
        </p:txBody>
      </p:sp>
      <p:sp>
        <p:nvSpPr>
          <p:cNvPr id="120" name="箭头: 右 74">
            <a:extLst>
              <a:ext uri="{FF2B5EF4-FFF2-40B4-BE49-F238E27FC236}">
                <a16:creationId xmlns:a16="http://schemas.microsoft.com/office/drawing/2014/main" id="{D371F91D-3D18-4234-8A1E-BDF31B3A8A3E}"/>
              </a:ext>
            </a:extLst>
          </p:cNvPr>
          <p:cNvSpPr/>
          <p:nvPr/>
        </p:nvSpPr>
        <p:spPr>
          <a:xfrm>
            <a:off x="2946085" y="3541817"/>
            <a:ext cx="699019" cy="295422"/>
          </a:xfrm>
          <a:custGeom>
            <a:avLst/>
            <a:gdLst>
              <a:gd name="csX0" fmla="*/ 0 w 998599"/>
              <a:gd name="csY0" fmla="*/ 105508 h 422031"/>
              <a:gd name="csX1" fmla="*/ 780440 w 998599"/>
              <a:gd name="csY1" fmla="*/ 105508 h 422031"/>
              <a:gd name="csX2" fmla="*/ 787584 w 998599"/>
              <a:gd name="csY2" fmla="*/ 0 h 422031"/>
              <a:gd name="csX3" fmla="*/ 998599 w 998599"/>
              <a:gd name="csY3" fmla="*/ 211016 h 422031"/>
              <a:gd name="csX4" fmla="*/ 787584 w 998599"/>
              <a:gd name="csY4" fmla="*/ 422031 h 422031"/>
              <a:gd name="csX5" fmla="*/ 780441 w 998599"/>
              <a:gd name="csY5" fmla="*/ 316523 h 422031"/>
              <a:gd name="csX6" fmla="*/ 0 w 998599"/>
              <a:gd name="csY6" fmla="*/ 316523 h 422031"/>
              <a:gd name="csX7" fmla="*/ 0 w 998599"/>
              <a:gd name="csY7" fmla="*/ 105508 h 4220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998599" h="422031">
                <a:moveTo>
                  <a:pt x="0" y="105508"/>
                </a:moveTo>
                <a:lnTo>
                  <a:pt x="780440" y="105508"/>
                </a:lnTo>
                <a:lnTo>
                  <a:pt x="787584" y="0"/>
                </a:lnTo>
                <a:lnTo>
                  <a:pt x="998599" y="211016"/>
                </a:lnTo>
                <a:lnTo>
                  <a:pt x="787584" y="422031"/>
                </a:lnTo>
                <a:lnTo>
                  <a:pt x="780441" y="316523"/>
                </a:lnTo>
                <a:lnTo>
                  <a:pt x="0" y="316523"/>
                </a:lnTo>
                <a:lnTo>
                  <a:pt x="0" y="105508"/>
                </a:lnTo>
                <a:close/>
              </a:path>
            </a:pathLst>
          </a:custGeom>
          <a:solidFill>
            <a:srgbClr val="002060"/>
          </a:solidFill>
          <a:ln w="9525" cap="flat" cmpd="sng" algn="ctr">
            <a:noFill/>
            <a:prstDash val="solid"/>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Arial" pitchFamily="34" charset="0"/>
              <a:ea typeface="宋体" panose="02010600030101010101" pitchFamily="2" charset="-122"/>
              <a:cs typeface="Arial" pitchFamily="34" charset="0"/>
            </a:endParaRPr>
          </a:p>
        </p:txBody>
      </p:sp>
      <p:sp>
        <p:nvSpPr>
          <p:cNvPr id="121" name="文本框 120">
            <a:extLst>
              <a:ext uri="{FF2B5EF4-FFF2-40B4-BE49-F238E27FC236}">
                <a16:creationId xmlns:a16="http://schemas.microsoft.com/office/drawing/2014/main" id="{8F2A49C0-E002-2D82-5340-190990049219}"/>
              </a:ext>
            </a:extLst>
          </p:cNvPr>
          <p:cNvSpPr txBox="1"/>
          <p:nvPr/>
        </p:nvSpPr>
        <p:spPr>
          <a:xfrm>
            <a:off x="3774633" y="3527945"/>
            <a:ext cx="1607757" cy="369332"/>
          </a:xfrm>
          <a:prstGeom prst="rect">
            <a:avLst/>
          </a:prstGeom>
          <a:noFill/>
          <a:ln w="15875">
            <a:solidFill>
              <a:srgbClr val="002060"/>
            </a:solidFill>
          </a:ln>
        </p:spPr>
        <p:txBody>
          <a:bodyPr wrap="square">
            <a:spAutoFit/>
          </a:bodyPr>
          <a:lstStyle/>
          <a:p>
            <a:pPr algn="ctr" fontAlgn="auto">
              <a:spcBef>
                <a:spcPts val="0"/>
              </a:spcBef>
              <a:spcAft>
                <a:spcPts val="0"/>
              </a:spcAft>
            </a:pPr>
            <a:r>
              <a:rPr lang="en-US" altLang="zh-CN" b="1" dirty="0">
                <a:solidFill>
                  <a:srgbClr val="C00000"/>
                </a:solidFill>
                <a:latin typeface="微软雅黑" panose="020B0503020204020204" pitchFamily="34" charset="-122"/>
                <a:ea typeface="微软雅黑" panose="020B0503020204020204" pitchFamily="34" charset="-122"/>
                <a:cs typeface="+mn-cs"/>
              </a:rPr>
              <a:t>4×</a:t>
            </a:r>
            <a:r>
              <a:rPr lang="en-US" altLang="zh-CN" sz="1600" b="1" dirty="0">
                <a:solidFill>
                  <a:srgbClr val="C00000"/>
                </a:solidFill>
                <a:latin typeface="微软雅黑" panose="020B0503020204020204" pitchFamily="34" charset="-122"/>
                <a:ea typeface="微软雅黑" panose="020B0503020204020204" pitchFamily="34" charset="-122"/>
                <a:cs typeface="+mn-cs"/>
              </a:rPr>
              <a:t> </a:t>
            </a:r>
            <a:r>
              <a:rPr lang="en-US" altLang="zh-CN" sz="1600" b="1" dirty="0">
                <a:solidFill>
                  <a:srgbClr val="002060"/>
                </a:solidFill>
                <a:latin typeface="微软雅黑" panose="020B0503020204020204" pitchFamily="34" charset="-122"/>
                <a:ea typeface="微软雅黑" panose="020B0503020204020204" pitchFamily="34" charset="-122"/>
                <a:cs typeface="+mn-cs"/>
              </a:rPr>
              <a:t>Area</a:t>
            </a:r>
            <a:endParaRPr lang="zh-CN" altLang="en-US" sz="1600" b="1" dirty="0">
              <a:solidFill>
                <a:srgbClr val="002060"/>
              </a:solidFill>
              <a:latin typeface="微软雅黑" panose="020B0503020204020204" pitchFamily="34" charset="-122"/>
              <a:ea typeface="微软雅黑" panose="020B0503020204020204" pitchFamily="34" charset="-122"/>
              <a:cs typeface="+mn-cs"/>
            </a:endParaRPr>
          </a:p>
        </p:txBody>
      </p:sp>
      <p:sp>
        <p:nvSpPr>
          <p:cNvPr id="122" name="文本框 121">
            <a:extLst>
              <a:ext uri="{FF2B5EF4-FFF2-40B4-BE49-F238E27FC236}">
                <a16:creationId xmlns:a16="http://schemas.microsoft.com/office/drawing/2014/main" id="{ED66F30B-BCA4-6CD1-046D-87513D369133}"/>
              </a:ext>
            </a:extLst>
          </p:cNvPr>
          <p:cNvSpPr txBox="1"/>
          <p:nvPr/>
        </p:nvSpPr>
        <p:spPr>
          <a:xfrm>
            <a:off x="6333968" y="3527945"/>
            <a:ext cx="1607757" cy="369332"/>
          </a:xfrm>
          <a:prstGeom prst="rect">
            <a:avLst/>
          </a:prstGeom>
          <a:noFill/>
          <a:ln w="15875">
            <a:solidFill>
              <a:srgbClr val="002060"/>
            </a:solidFill>
          </a:ln>
        </p:spPr>
        <p:txBody>
          <a:bodyPr wrap="square">
            <a:spAutoFit/>
          </a:bodyPr>
          <a:lstStyle/>
          <a:p>
            <a:pPr algn="ctr" fontAlgn="auto">
              <a:spcBef>
                <a:spcPts val="0"/>
              </a:spcBef>
              <a:spcAft>
                <a:spcPts val="0"/>
              </a:spcAft>
            </a:pPr>
            <a:r>
              <a:rPr lang="en-US" altLang="zh-CN" b="1" dirty="0">
                <a:solidFill>
                  <a:srgbClr val="C00000"/>
                </a:solidFill>
                <a:latin typeface="微软雅黑" panose="020B0503020204020204" pitchFamily="34" charset="-122"/>
                <a:ea typeface="微软雅黑" panose="020B0503020204020204" pitchFamily="34" charset="-122"/>
                <a:cs typeface="+mn-cs"/>
              </a:rPr>
              <a:t>4×</a:t>
            </a:r>
            <a:r>
              <a:rPr lang="en-US" altLang="zh-CN" sz="1600" b="1" dirty="0">
                <a:solidFill>
                  <a:srgbClr val="002060"/>
                </a:solidFill>
                <a:latin typeface="微软雅黑" panose="020B0503020204020204" pitchFamily="34" charset="-122"/>
                <a:ea typeface="微软雅黑" panose="020B0503020204020204" pitchFamily="34" charset="-122"/>
                <a:cs typeface="+mn-cs"/>
              </a:rPr>
              <a:t> Volume</a:t>
            </a:r>
            <a:endParaRPr lang="zh-CN" altLang="en-US" sz="1600" b="1" dirty="0">
              <a:solidFill>
                <a:srgbClr val="002060"/>
              </a:solidFill>
              <a:latin typeface="微软雅黑" panose="020B0503020204020204" pitchFamily="34" charset="-122"/>
              <a:ea typeface="微软雅黑" panose="020B0503020204020204" pitchFamily="34" charset="-122"/>
              <a:cs typeface="+mn-cs"/>
            </a:endParaRPr>
          </a:p>
        </p:txBody>
      </p:sp>
      <p:sp>
        <p:nvSpPr>
          <p:cNvPr id="123" name="箭头: 右 77">
            <a:extLst>
              <a:ext uri="{FF2B5EF4-FFF2-40B4-BE49-F238E27FC236}">
                <a16:creationId xmlns:a16="http://schemas.microsoft.com/office/drawing/2014/main" id="{D55FC6AC-C0A1-5FEB-1A65-183D04170EB8}"/>
              </a:ext>
            </a:extLst>
          </p:cNvPr>
          <p:cNvSpPr/>
          <p:nvPr/>
        </p:nvSpPr>
        <p:spPr>
          <a:xfrm>
            <a:off x="5508669" y="3541817"/>
            <a:ext cx="699019" cy="295422"/>
          </a:xfrm>
          <a:custGeom>
            <a:avLst/>
            <a:gdLst>
              <a:gd name="csX0" fmla="*/ 0 w 998599"/>
              <a:gd name="csY0" fmla="*/ 105508 h 422031"/>
              <a:gd name="csX1" fmla="*/ 778059 w 998599"/>
              <a:gd name="csY1" fmla="*/ 105508 h 422031"/>
              <a:gd name="csX2" fmla="*/ 787584 w 998599"/>
              <a:gd name="csY2" fmla="*/ 0 h 422031"/>
              <a:gd name="csX3" fmla="*/ 998599 w 998599"/>
              <a:gd name="csY3" fmla="*/ 211016 h 422031"/>
              <a:gd name="csX4" fmla="*/ 787584 w 998599"/>
              <a:gd name="csY4" fmla="*/ 422031 h 422031"/>
              <a:gd name="csX5" fmla="*/ 780440 w 998599"/>
              <a:gd name="csY5" fmla="*/ 316523 h 422031"/>
              <a:gd name="csX6" fmla="*/ 0 w 998599"/>
              <a:gd name="csY6" fmla="*/ 316523 h 422031"/>
              <a:gd name="csX7" fmla="*/ 0 w 998599"/>
              <a:gd name="csY7" fmla="*/ 105508 h 4220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998599" h="422031">
                <a:moveTo>
                  <a:pt x="0" y="105508"/>
                </a:moveTo>
                <a:lnTo>
                  <a:pt x="778059" y="105508"/>
                </a:lnTo>
                <a:lnTo>
                  <a:pt x="787584" y="0"/>
                </a:lnTo>
                <a:lnTo>
                  <a:pt x="998599" y="211016"/>
                </a:lnTo>
                <a:lnTo>
                  <a:pt x="787584" y="422031"/>
                </a:lnTo>
                <a:lnTo>
                  <a:pt x="780440" y="316523"/>
                </a:lnTo>
                <a:lnTo>
                  <a:pt x="0" y="316523"/>
                </a:lnTo>
                <a:lnTo>
                  <a:pt x="0" y="105508"/>
                </a:lnTo>
                <a:close/>
              </a:path>
            </a:pathLst>
          </a:custGeom>
          <a:solidFill>
            <a:srgbClr val="002060"/>
          </a:solidFill>
          <a:ln w="9525" cap="flat" cmpd="sng" algn="ctr">
            <a:noFill/>
            <a:prstDash val="solid"/>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Arial" pitchFamily="34" charset="0"/>
              <a:ea typeface="宋体" panose="02010600030101010101" pitchFamily="2" charset="-122"/>
              <a:cs typeface="Arial" pitchFamily="34" charset="0"/>
            </a:endParaRPr>
          </a:p>
        </p:txBody>
      </p:sp>
      <p:sp>
        <p:nvSpPr>
          <p:cNvPr id="124" name="文本框 123">
            <a:extLst>
              <a:ext uri="{FF2B5EF4-FFF2-40B4-BE49-F238E27FC236}">
                <a16:creationId xmlns:a16="http://schemas.microsoft.com/office/drawing/2014/main" id="{6A460DD2-82BD-53B0-A939-F93DF2DD72D6}"/>
              </a:ext>
            </a:extLst>
          </p:cNvPr>
          <p:cNvSpPr txBox="1"/>
          <p:nvPr/>
        </p:nvSpPr>
        <p:spPr>
          <a:xfrm>
            <a:off x="3147341" y="2818343"/>
            <a:ext cx="2424190" cy="307777"/>
          </a:xfrm>
          <a:prstGeom prst="rect">
            <a:avLst/>
          </a:prstGeom>
          <a:noFill/>
        </p:spPr>
        <p:txBody>
          <a:bodyPr wrap="square">
            <a:spAutoFit/>
          </a:bodyPr>
          <a:lstStyle/>
          <a:p>
            <a:pPr algn="ctr" fontAlgn="auto">
              <a:spcBef>
                <a:spcPts val="0"/>
              </a:spcBef>
              <a:spcAft>
                <a:spcPts val="0"/>
              </a:spcAft>
            </a:pPr>
            <a:r>
              <a:rPr lang="zh-CN" altLang="zh-CN" sz="1400" b="1" dirty="0">
                <a:solidFill>
                  <a:srgbClr val="C00000"/>
                </a:solidFill>
                <a:latin typeface="微软雅黑" panose="020B0503020204020204" pitchFamily="34" charset="-122"/>
                <a:ea typeface="微软雅黑" panose="020B0503020204020204" pitchFamily="34" charset="-122"/>
                <a:cs typeface="+mn-cs"/>
              </a:rPr>
              <a:t>Area grows quadratically</a:t>
            </a:r>
            <a:endParaRPr lang="zh-CN" altLang="en-US" sz="1400" b="1" dirty="0">
              <a:solidFill>
                <a:srgbClr val="C00000"/>
              </a:solidFill>
              <a:latin typeface="微软雅黑" panose="020B0503020204020204" pitchFamily="34" charset="-122"/>
              <a:ea typeface="微软雅黑" panose="020B0503020204020204" pitchFamily="34" charset="-122"/>
              <a:cs typeface="+mn-cs"/>
            </a:endParaRPr>
          </a:p>
        </p:txBody>
      </p:sp>
      <p:cxnSp>
        <p:nvCxnSpPr>
          <p:cNvPr id="125" name="直接箭头连接符 124">
            <a:extLst>
              <a:ext uri="{FF2B5EF4-FFF2-40B4-BE49-F238E27FC236}">
                <a16:creationId xmlns:a16="http://schemas.microsoft.com/office/drawing/2014/main" id="{4CC50AD2-BBEF-75AC-7449-05F5EE5A0AA0}"/>
              </a:ext>
            </a:extLst>
          </p:cNvPr>
          <p:cNvCxnSpPr>
            <a:cxnSpLocks/>
            <a:endCxn id="105" idx="3"/>
          </p:cNvCxnSpPr>
          <p:nvPr/>
        </p:nvCxnSpPr>
        <p:spPr>
          <a:xfrm flipV="1">
            <a:off x="5289594" y="2646745"/>
            <a:ext cx="758057" cy="171598"/>
          </a:xfrm>
          <a:prstGeom prst="straightConnector1">
            <a:avLst/>
          </a:prstGeom>
          <a:noFill/>
          <a:ln w="9525" cap="flat" cmpd="sng" algn="ctr">
            <a:solidFill>
              <a:sysClr val="windowText" lastClr="000000"/>
            </a:solidFill>
            <a:prstDash val="solid"/>
            <a:tailEnd type="triangle"/>
          </a:ln>
          <a:effectLst/>
        </p:spPr>
      </p:cxnSp>
      <p:sp>
        <p:nvSpPr>
          <p:cNvPr id="126" name="文本框 125">
            <a:extLst>
              <a:ext uri="{FF2B5EF4-FFF2-40B4-BE49-F238E27FC236}">
                <a16:creationId xmlns:a16="http://schemas.microsoft.com/office/drawing/2014/main" id="{8F2E4B88-13EA-2456-2C98-BDD5B9942E35}"/>
              </a:ext>
            </a:extLst>
          </p:cNvPr>
          <p:cNvSpPr txBox="1"/>
          <p:nvPr/>
        </p:nvSpPr>
        <p:spPr>
          <a:xfrm>
            <a:off x="7097983" y="1542573"/>
            <a:ext cx="384262" cy="215444"/>
          </a:xfrm>
          <a:prstGeom prst="rect">
            <a:avLst/>
          </a:prstGeom>
          <a:noFill/>
        </p:spPr>
        <p:txBody>
          <a:bodyPr wrap="square" lIns="0" tIns="0" rIns="0" bIns="0" rtlCol="0">
            <a:spAutoFit/>
          </a:bodyPr>
          <a:lstStyle/>
          <a:p>
            <a:pPr marL="342900" indent="-342900" algn="ctr" fontAlgn="auto">
              <a:spcBef>
                <a:spcPts val="0"/>
              </a:spcBef>
              <a:spcAft>
                <a:spcPts val="0"/>
              </a:spcAft>
              <a:buFont typeface="Wingdings" panose="05000000000000000000" pitchFamily="2" charset="2"/>
              <a:buChar char="n"/>
            </a:pPr>
            <a:r>
              <a:rPr lang="en-US" altLang="zh-CN" sz="2000" dirty="0">
                <a:solidFill>
                  <a:srgbClr val="D0CECE"/>
                </a:solidFill>
                <a:latin typeface="微软雅黑" panose="020B0503020204020204" pitchFamily="34" charset="-122"/>
                <a:ea typeface="微软雅黑" panose="020B0503020204020204" pitchFamily="34" charset="-122"/>
                <a:cs typeface="Arial" pitchFamily="34" charset="0"/>
              </a:rPr>
              <a:t> </a:t>
            </a:r>
            <a:endParaRPr lang="zh-CN" altLang="en-US" sz="2000" dirty="0">
              <a:solidFill>
                <a:srgbClr val="D0CECE"/>
              </a:solidFill>
              <a:latin typeface="微软雅黑" panose="020B0503020204020204" pitchFamily="34" charset="-122"/>
              <a:ea typeface="微软雅黑" panose="020B0503020204020204" pitchFamily="34" charset="-122"/>
              <a:cs typeface="Arial" pitchFamily="34" charset="0"/>
            </a:endParaRPr>
          </a:p>
        </p:txBody>
      </p:sp>
    </p:spTree>
    <p:extLst>
      <p:ext uri="{BB962C8B-B14F-4D97-AF65-F5344CB8AC3E}">
        <p14:creationId xmlns:p14="http://schemas.microsoft.com/office/powerpoint/2010/main" val="13590667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5D454-DEEB-7B6D-AC10-AFEB8046B2A7}"/>
            </a:ext>
          </a:extLst>
        </p:cNvPr>
        <p:cNvGrpSpPr/>
        <p:nvPr/>
      </p:nvGrpSpPr>
      <p:grpSpPr>
        <a:xfrm>
          <a:off x="0" y="0"/>
          <a:ext cx="0" cy="0"/>
          <a:chOff x="0" y="0"/>
          <a:chExt cx="0" cy="0"/>
        </a:xfrm>
      </p:grpSpPr>
      <p:cxnSp>
        <p:nvCxnSpPr>
          <p:cNvPr id="65" name="直接连接符 64">
            <a:extLst>
              <a:ext uri="{FF2B5EF4-FFF2-40B4-BE49-F238E27FC236}">
                <a16:creationId xmlns:a16="http://schemas.microsoft.com/office/drawing/2014/main" id="{895FE408-2123-F2F3-5463-00B9C9A88BFD}"/>
              </a:ext>
            </a:extLst>
          </p:cNvPr>
          <p:cNvCxnSpPr/>
          <p:nvPr/>
        </p:nvCxnSpPr>
        <p:spPr>
          <a:xfrm>
            <a:off x="3982670" y="2525195"/>
            <a:ext cx="1197260" cy="0"/>
          </a:xfrm>
          <a:prstGeom prst="line">
            <a:avLst/>
          </a:prstGeom>
          <a:noFill/>
          <a:ln w="50800" cap="flat" cmpd="sng" algn="ctr">
            <a:solidFill>
              <a:srgbClr val="4472C4"/>
            </a:solidFill>
            <a:prstDash val="solid"/>
          </a:ln>
          <a:effectLst/>
        </p:spPr>
      </p:cxnSp>
      <p:sp>
        <p:nvSpPr>
          <p:cNvPr id="6" name="Title 1">
            <a:extLst>
              <a:ext uri="{FF2B5EF4-FFF2-40B4-BE49-F238E27FC236}">
                <a16:creationId xmlns:a16="http://schemas.microsoft.com/office/drawing/2014/main" id="{30EBC355-BCBB-D4FA-7900-1859AFCB19E4}"/>
              </a:ext>
            </a:extLst>
          </p:cNvPr>
          <p:cNvSpPr>
            <a:spLocks noGrp="1"/>
          </p:cNvSpPr>
          <p:nvPr>
            <p:ph type="title"/>
          </p:nvPr>
        </p:nvSpPr>
        <p:spPr>
          <a:xfrm>
            <a:off x="457200" y="10913"/>
            <a:ext cx="8229600" cy="534392"/>
          </a:xfrm>
        </p:spPr>
        <p:txBody>
          <a:bodyPr/>
          <a:lstStyle/>
          <a:p>
            <a:r>
              <a:rPr lang="en-US" b="1" dirty="0"/>
              <a:t>1. Background &amp; Motivation</a:t>
            </a:r>
          </a:p>
        </p:txBody>
      </p:sp>
      <p:sp>
        <p:nvSpPr>
          <p:cNvPr id="26" name="箭头: 右 25">
            <a:extLst>
              <a:ext uri="{FF2B5EF4-FFF2-40B4-BE49-F238E27FC236}">
                <a16:creationId xmlns:a16="http://schemas.microsoft.com/office/drawing/2014/main" id="{73420A96-5D58-3342-F131-8AED90D9992B}"/>
              </a:ext>
            </a:extLst>
          </p:cNvPr>
          <p:cNvSpPr/>
          <p:nvPr/>
        </p:nvSpPr>
        <p:spPr>
          <a:xfrm rot="8481199">
            <a:off x="4324698" y="-909485"/>
            <a:ext cx="943308" cy="635305"/>
          </a:xfrm>
          <a:prstGeom prst="rightArrow">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solidFill>
              <a:latin typeface="Arial" pitchFamily="34" charset="0"/>
              <a:cs typeface="Arial" pitchFamily="34" charset="0"/>
            </a:endParaRPr>
          </a:p>
        </p:txBody>
      </p:sp>
      <p:sp>
        <p:nvSpPr>
          <p:cNvPr id="27" name="箭头: 右 26">
            <a:extLst>
              <a:ext uri="{FF2B5EF4-FFF2-40B4-BE49-F238E27FC236}">
                <a16:creationId xmlns:a16="http://schemas.microsoft.com/office/drawing/2014/main" id="{F3D10C39-99C4-CBDA-296F-84E3D5B71F4F}"/>
              </a:ext>
            </a:extLst>
          </p:cNvPr>
          <p:cNvSpPr/>
          <p:nvPr/>
        </p:nvSpPr>
        <p:spPr>
          <a:xfrm rot="13118801" flipH="1">
            <a:off x="6923995" y="-907864"/>
            <a:ext cx="943308" cy="635305"/>
          </a:xfrm>
          <a:prstGeom prst="rightArrow">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solidFill>
              <a:latin typeface="Arial" pitchFamily="34" charset="0"/>
              <a:cs typeface="Arial" pitchFamily="34" charset="0"/>
            </a:endParaRPr>
          </a:p>
        </p:txBody>
      </p:sp>
      <p:pic>
        <p:nvPicPr>
          <p:cNvPr id="19" name="图片 18">
            <a:extLst>
              <a:ext uri="{FF2B5EF4-FFF2-40B4-BE49-F238E27FC236}">
                <a16:creationId xmlns:a16="http://schemas.microsoft.com/office/drawing/2014/main" id="{3108189D-B0BA-A7C1-8523-BFF644561032}"/>
              </a:ext>
            </a:extLst>
          </p:cNvPr>
          <p:cNvPicPr>
            <a:picLocks noChangeAspect="1"/>
          </p:cNvPicPr>
          <p:nvPr/>
        </p:nvPicPr>
        <p:blipFill>
          <a:blip r:embed="rId3"/>
          <a:stretch>
            <a:fillRect/>
          </a:stretch>
        </p:blipFill>
        <p:spPr>
          <a:xfrm>
            <a:off x="3975334" y="2070835"/>
            <a:ext cx="268975" cy="431500"/>
          </a:xfrm>
          <a:prstGeom prst="rect">
            <a:avLst/>
          </a:prstGeom>
        </p:spPr>
      </p:pic>
      <p:pic>
        <p:nvPicPr>
          <p:cNvPr id="20" name="图片 19">
            <a:extLst>
              <a:ext uri="{FF2B5EF4-FFF2-40B4-BE49-F238E27FC236}">
                <a16:creationId xmlns:a16="http://schemas.microsoft.com/office/drawing/2014/main" id="{1C0A10E1-0E69-8387-A45D-8861FA018C62}"/>
              </a:ext>
            </a:extLst>
          </p:cNvPr>
          <p:cNvPicPr>
            <a:picLocks noChangeAspect="1"/>
          </p:cNvPicPr>
          <p:nvPr/>
        </p:nvPicPr>
        <p:blipFill>
          <a:blip r:embed="rId3"/>
          <a:stretch>
            <a:fillRect/>
          </a:stretch>
        </p:blipFill>
        <p:spPr>
          <a:xfrm>
            <a:off x="4244308" y="2070835"/>
            <a:ext cx="268975" cy="431500"/>
          </a:xfrm>
          <a:prstGeom prst="rect">
            <a:avLst/>
          </a:prstGeom>
        </p:spPr>
      </p:pic>
      <p:pic>
        <p:nvPicPr>
          <p:cNvPr id="21" name="图片 20">
            <a:extLst>
              <a:ext uri="{FF2B5EF4-FFF2-40B4-BE49-F238E27FC236}">
                <a16:creationId xmlns:a16="http://schemas.microsoft.com/office/drawing/2014/main" id="{FD0D3AB9-2D35-139D-62BF-0BFAE62AB4FC}"/>
              </a:ext>
            </a:extLst>
          </p:cNvPr>
          <p:cNvPicPr>
            <a:picLocks noChangeAspect="1"/>
          </p:cNvPicPr>
          <p:nvPr/>
        </p:nvPicPr>
        <p:blipFill>
          <a:blip r:embed="rId3"/>
          <a:stretch>
            <a:fillRect/>
          </a:stretch>
        </p:blipFill>
        <p:spPr>
          <a:xfrm>
            <a:off x="4641980" y="2070835"/>
            <a:ext cx="268975" cy="431500"/>
          </a:xfrm>
          <a:prstGeom prst="rect">
            <a:avLst/>
          </a:prstGeom>
        </p:spPr>
      </p:pic>
      <p:pic>
        <p:nvPicPr>
          <p:cNvPr id="22" name="图片 21">
            <a:extLst>
              <a:ext uri="{FF2B5EF4-FFF2-40B4-BE49-F238E27FC236}">
                <a16:creationId xmlns:a16="http://schemas.microsoft.com/office/drawing/2014/main" id="{F6849C98-8848-F624-F53E-8B413AE7F2CA}"/>
              </a:ext>
            </a:extLst>
          </p:cNvPr>
          <p:cNvPicPr>
            <a:picLocks noChangeAspect="1"/>
          </p:cNvPicPr>
          <p:nvPr/>
        </p:nvPicPr>
        <p:blipFill>
          <a:blip r:embed="rId3"/>
          <a:stretch>
            <a:fillRect/>
          </a:stretch>
        </p:blipFill>
        <p:spPr>
          <a:xfrm>
            <a:off x="4910955" y="2070835"/>
            <a:ext cx="268975" cy="431500"/>
          </a:xfrm>
          <a:prstGeom prst="rect">
            <a:avLst/>
          </a:prstGeom>
        </p:spPr>
      </p:pic>
      <p:sp>
        <p:nvSpPr>
          <p:cNvPr id="24" name="任意多边形: 形状 23">
            <a:extLst>
              <a:ext uri="{FF2B5EF4-FFF2-40B4-BE49-F238E27FC236}">
                <a16:creationId xmlns:a16="http://schemas.microsoft.com/office/drawing/2014/main" id="{F9B32E92-F02C-4B57-2570-1CB38DCA839C}"/>
              </a:ext>
            </a:extLst>
          </p:cNvPr>
          <p:cNvSpPr/>
          <p:nvPr/>
        </p:nvSpPr>
        <p:spPr>
          <a:xfrm>
            <a:off x="3969772" y="1902734"/>
            <a:ext cx="1215720" cy="705295"/>
          </a:xfrm>
          <a:custGeom>
            <a:avLst/>
            <a:gdLst>
              <a:gd name="csX0" fmla="*/ 103414 w 2172517"/>
              <a:gd name="csY0" fmla="*/ 0 h 1260377"/>
              <a:gd name="csX1" fmla="*/ 2069103 w 2172517"/>
              <a:gd name="csY1" fmla="*/ 0 h 1260377"/>
              <a:gd name="csX2" fmla="*/ 2071268 w 2172517"/>
              <a:gd name="csY2" fmla="*/ 437 h 1260377"/>
              <a:gd name="csX3" fmla="*/ 2115045 w 2172517"/>
              <a:gd name="csY3" fmla="*/ 72497 h 1260377"/>
              <a:gd name="csX4" fmla="*/ 2164314 w 2172517"/>
              <a:gd name="csY4" fmla="*/ 174772 h 1260377"/>
              <a:gd name="csX5" fmla="*/ 2172517 w 2172517"/>
              <a:gd name="csY5" fmla="*/ 197185 h 1260377"/>
              <a:gd name="csX6" fmla="*/ 2172517 w 2172517"/>
              <a:gd name="csY6" fmla="*/ 1063192 h 1260377"/>
              <a:gd name="csX7" fmla="*/ 2164314 w 2172517"/>
              <a:gd name="csY7" fmla="*/ 1085605 h 1260377"/>
              <a:gd name="csX8" fmla="*/ 2115045 w 2172517"/>
              <a:gd name="csY8" fmla="*/ 1187880 h 1260377"/>
              <a:gd name="csX9" fmla="*/ 2071267 w 2172517"/>
              <a:gd name="csY9" fmla="*/ 1259940 h 1260377"/>
              <a:gd name="csX10" fmla="*/ 2069103 w 2172517"/>
              <a:gd name="csY10" fmla="*/ 1260377 h 1260377"/>
              <a:gd name="csX11" fmla="*/ 103414 w 2172517"/>
              <a:gd name="csY11" fmla="*/ 1260377 h 1260377"/>
              <a:gd name="csX12" fmla="*/ 101249 w 2172517"/>
              <a:gd name="csY12" fmla="*/ 1259940 h 1260377"/>
              <a:gd name="csX13" fmla="*/ 57471 w 2172517"/>
              <a:gd name="csY13" fmla="*/ 1187880 h 1260377"/>
              <a:gd name="csX14" fmla="*/ 8203 w 2172517"/>
              <a:gd name="csY14" fmla="*/ 1085605 h 1260377"/>
              <a:gd name="csX15" fmla="*/ 0 w 2172517"/>
              <a:gd name="csY15" fmla="*/ 1063194 h 1260377"/>
              <a:gd name="csX16" fmla="*/ 0 w 2172517"/>
              <a:gd name="csY16" fmla="*/ 197182 h 1260377"/>
              <a:gd name="csX17" fmla="*/ 8203 w 2172517"/>
              <a:gd name="csY17" fmla="*/ 174772 h 1260377"/>
              <a:gd name="csX18" fmla="*/ 57471 w 2172517"/>
              <a:gd name="csY18" fmla="*/ 72497 h 1260377"/>
              <a:gd name="csX19" fmla="*/ 101248 w 2172517"/>
              <a:gd name="csY19" fmla="*/ 438 h 12603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2172517" h="1260377">
                <a:moveTo>
                  <a:pt x="103414" y="0"/>
                </a:moveTo>
                <a:lnTo>
                  <a:pt x="2069103" y="0"/>
                </a:lnTo>
                <a:lnTo>
                  <a:pt x="2071268" y="437"/>
                </a:lnTo>
                <a:lnTo>
                  <a:pt x="2115045" y="72497"/>
                </a:lnTo>
                <a:cubicBezTo>
                  <a:pt x="2133057" y="105653"/>
                  <a:pt x="2149512" y="139777"/>
                  <a:pt x="2164314" y="174772"/>
                </a:cubicBezTo>
                <a:lnTo>
                  <a:pt x="2172517" y="197185"/>
                </a:lnTo>
                <a:lnTo>
                  <a:pt x="2172517" y="1063192"/>
                </a:lnTo>
                <a:lnTo>
                  <a:pt x="2164314" y="1085605"/>
                </a:lnTo>
                <a:cubicBezTo>
                  <a:pt x="2149512" y="1120599"/>
                  <a:pt x="2133057" y="1154723"/>
                  <a:pt x="2115045" y="1187880"/>
                </a:cubicBezTo>
                <a:lnTo>
                  <a:pt x="2071267" y="1259940"/>
                </a:lnTo>
                <a:lnTo>
                  <a:pt x="2069103" y="1260377"/>
                </a:lnTo>
                <a:lnTo>
                  <a:pt x="103414" y="1260377"/>
                </a:lnTo>
                <a:lnTo>
                  <a:pt x="101249" y="1259940"/>
                </a:lnTo>
                <a:lnTo>
                  <a:pt x="57471" y="1187880"/>
                </a:lnTo>
                <a:cubicBezTo>
                  <a:pt x="39459" y="1154723"/>
                  <a:pt x="23004" y="1120599"/>
                  <a:pt x="8203" y="1085605"/>
                </a:cubicBezTo>
                <a:lnTo>
                  <a:pt x="0" y="1063194"/>
                </a:lnTo>
                <a:lnTo>
                  <a:pt x="0" y="197182"/>
                </a:lnTo>
                <a:lnTo>
                  <a:pt x="8203" y="174772"/>
                </a:lnTo>
                <a:cubicBezTo>
                  <a:pt x="23004" y="139777"/>
                  <a:pt x="39459" y="105653"/>
                  <a:pt x="57471" y="72497"/>
                </a:cubicBezTo>
                <a:lnTo>
                  <a:pt x="101248" y="438"/>
                </a:lnTo>
                <a:close/>
              </a:path>
            </a:pathLst>
          </a:custGeom>
          <a:no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5" name="文本框 24">
            <a:extLst>
              <a:ext uri="{FF2B5EF4-FFF2-40B4-BE49-F238E27FC236}">
                <a16:creationId xmlns:a16="http://schemas.microsoft.com/office/drawing/2014/main" id="{783B7EFC-65F5-BCAA-07C7-6B23C38B46F8}"/>
              </a:ext>
            </a:extLst>
          </p:cNvPr>
          <p:cNvSpPr txBox="1"/>
          <p:nvPr/>
        </p:nvSpPr>
        <p:spPr>
          <a:xfrm>
            <a:off x="3955558" y="2630276"/>
            <a:ext cx="1240037" cy="195988"/>
          </a:xfrm>
          <a:prstGeom prst="rect">
            <a:avLst/>
          </a:prstGeom>
          <a:noFill/>
        </p:spPr>
        <p:txBody>
          <a:bodyPr wrap="square" lIns="0" tIns="0" rIns="0" bIns="0" rtlCol="0">
            <a:spAutoFit/>
          </a:bodyPr>
          <a:lstStyle/>
          <a:p>
            <a:pPr algn="ctr"/>
            <a:r>
              <a:rPr lang="en-US" altLang="zh-CN" b="1" dirty="0">
                <a:solidFill>
                  <a:srgbClr val="002060"/>
                </a:solidFill>
                <a:latin typeface="微软雅黑" panose="020B0503020204020204" pitchFamily="34" charset="-122"/>
                <a:ea typeface="微软雅黑" panose="020B0503020204020204" pitchFamily="34" charset="-122"/>
                <a:cs typeface="Arial" pitchFamily="34" charset="0"/>
              </a:rPr>
              <a:t>4 seats 1 row</a:t>
            </a:r>
            <a:endParaRPr lang="zh-CN" altLang="en-US" b="1" dirty="0">
              <a:solidFill>
                <a:srgbClr val="002060"/>
              </a:solidFill>
              <a:latin typeface="微软雅黑" panose="020B0503020204020204" pitchFamily="34" charset="-122"/>
              <a:ea typeface="微软雅黑" panose="020B0503020204020204" pitchFamily="34" charset="-122"/>
              <a:cs typeface="Arial" pitchFamily="34" charset="0"/>
            </a:endParaRPr>
          </a:p>
        </p:txBody>
      </p:sp>
      <p:pic>
        <p:nvPicPr>
          <p:cNvPr id="28" name="图片 27">
            <a:extLst>
              <a:ext uri="{FF2B5EF4-FFF2-40B4-BE49-F238E27FC236}">
                <a16:creationId xmlns:a16="http://schemas.microsoft.com/office/drawing/2014/main" id="{56AE9007-1AC8-7CD6-14E7-BFA7C22A6414}"/>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3288994" y="1646260"/>
            <a:ext cx="2071880" cy="1528289"/>
          </a:xfrm>
          <a:prstGeom prst="rect">
            <a:avLst/>
          </a:prstGeom>
        </p:spPr>
      </p:pic>
      <p:grpSp>
        <p:nvGrpSpPr>
          <p:cNvPr id="29" name="组合 28">
            <a:extLst>
              <a:ext uri="{FF2B5EF4-FFF2-40B4-BE49-F238E27FC236}">
                <a16:creationId xmlns:a16="http://schemas.microsoft.com/office/drawing/2014/main" id="{228220E4-2020-64A1-86A6-AB577E6140C6}"/>
              </a:ext>
            </a:extLst>
          </p:cNvPr>
          <p:cNvGrpSpPr>
            <a:grpSpLocks noChangeAspect="1"/>
          </p:cNvGrpSpPr>
          <p:nvPr/>
        </p:nvGrpSpPr>
        <p:grpSpPr>
          <a:xfrm>
            <a:off x="-3873194" y="3128487"/>
            <a:ext cx="3617974" cy="1197160"/>
            <a:chOff x="6179476" y="1942430"/>
            <a:chExt cx="5593036" cy="1850693"/>
          </a:xfrm>
        </p:grpSpPr>
        <p:pic>
          <p:nvPicPr>
            <p:cNvPr id="30" name="图片 29">
              <a:extLst>
                <a:ext uri="{FF2B5EF4-FFF2-40B4-BE49-F238E27FC236}">
                  <a16:creationId xmlns:a16="http://schemas.microsoft.com/office/drawing/2014/main" id="{E3BFEE66-6346-0B9D-C1D4-8BAB9C22D801}"/>
                </a:ext>
              </a:extLst>
            </p:cNvPr>
            <p:cNvPicPr>
              <a:picLocks noChangeAspect="1"/>
            </p:cNvPicPr>
            <p:nvPr/>
          </p:nvPicPr>
          <p:blipFill>
            <a:blip r:embed="rId3"/>
            <a:stretch>
              <a:fillRect/>
            </a:stretch>
          </p:blipFill>
          <p:spPr>
            <a:xfrm>
              <a:off x="8127904" y="2606949"/>
              <a:ext cx="380154" cy="609859"/>
            </a:xfrm>
            <a:prstGeom prst="rect">
              <a:avLst/>
            </a:prstGeom>
          </p:spPr>
        </p:pic>
        <p:sp>
          <p:nvSpPr>
            <p:cNvPr id="31" name="任意多边形: 形状 30">
              <a:extLst>
                <a:ext uri="{FF2B5EF4-FFF2-40B4-BE49-F238E27FC236}">
                  <a16:creationId xmlns:a16="http://schemas.microsoft.com/office/drawing/2014/main" id="{565F6327-5E21-9AA8-8C2E-FE16BC282E50}"/>
                </a:ext>
              </a:extLst>
            </p:cNvPr>
            <p:cNvSpPr>
              <a:spLocks noChangeAspect="1"/>
            </p:cNvSpPr>
            <p:nvPr/>
          </p:nvSpPr>
          <p:spPr>
            <a:xfrm flipV="1">
              <a:off x="8201731" y="3366189"/>
              <a:ext cx="1544075" cy="419047"/>
            </a:xfrm>
            <a:custGeom>
              <a:avLst/>
              <a:gdLst>
                <a:gd name="csX0" fmla="*/ 0 w 1933575"/>
                <a:gd name="csY0" fmla="*/ 524753 h 524753"/>
                <a:gd name="csX1" fmla="*/ 183356 w 1933575"/>
                <a:gd name="csY1" fmla="*/ 293772 h 524753"/>
                <a:gd name="csX2" fmla="*/ 450056 w 1933575"/>
                <a:gd name="csY2" fmla="*/ 119940 h 524753"/>
                <a:gd name="csX3" fmla="*/ 878681 w 1933575"/>
                <a:gd name="csY3" fmla="*/ 3259 h 524753"/>
                <a:gd name="csX4" fmla="*/ 1316831 w 1933575"/>
                <a:gd name="csY4" fmla="*/ 53265 h 524753"/>
                <a:gd name="csX5" fmla="*/ 1702594 w 1933575"/>
                <a:gd name="csY5" fmla="*/ 265197 h 524753"/>
                <a:gd name="csX6" fmla="*/ 1933575 w 1933575"/>
                <a:gd name="csY6" fmla="*/ 524753 h 52475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33575" h="524753">
                  <a:moveTo>
                    <a:pt x="0" y="524753"/>
                  </a:moveTo>
                  <a:cubicBezTo>
                    <a:pt x="54173" y="442997"/>
                    <a:pt x="108347" y="361241"/>
                    <a:pt x="183356" y="293772"/>
                  </a:cubicBezTo>
                  <a:cubicBezTo>
                    <a:pt x="258365" y="226303"/>
                    <a:pt x="334169" y="168359"/>
                    <a:pt x="450056" y="119940"/>
                  </a:cubicBezTo>
                  <a:cubicBezTo>
                    <a:pt x="565943" y="71521"/>
                    <a:pt x="734218" y="14372"/>
                    <a:pt x="878681" y="3259"/>
                  </a:cubicBezTo>
                  <a:cubicBezTo>
                    <a:pt x="1023144" y="-7854"/>
                    <a:pt x="1179512" y="9609"/>
                    <a:pt x="1316831" y="53265"/>
                  </a:cubicBezTo>
                  <a:cubicBezTo>
                    <a:pt x="1454150" y="96921"/>
                    <a:pt x="1599803" y="186616"/>
                    <a:pt x="1702594" y="265197"/>
                  </a:cubicBezTo>
                  <a:cubicBezTo>
                    <a:pt x="1805385" y="343778"/>
                    <a:pt x="1913334" y="482287"/>
                    <a:pt x="1933575" y="524753"/>
                  </a:cubicBezTo>
                </a:path>
              </a:pathLst>
            </a:cu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任意多边形: 形状 32">
              <a:extLst>
                <a:ext uri="{FF2B5EF4-FFF2-40B4-BE49-F238E27FC236}">
                  <a16:creationId xmlns:a16="http://schemas.microsoft.com/office/drawing/2014/main" id="{A134980B-92B3-DE52-57E9-BE8EDD62507D}"/>
                </a:ext>
              </a:extLst>
            </p:cNvPr>
            <p:cNvSpPr>
              <a:spLocks noChangeAspect="1"/>
            </p:cNvSpPr>
            <p:nvPr/>
          </p:nvSpPr>
          <p:spPr>
            <a:xfrm>
              <a:off x="8191501" y="1944603"/>
              <a:ext cx="1565132" cy="424761"/>
            </a:xfrm>
            <a:custGeom>
              <a:avLst/>
              <a:gdLst>
                <a:gd name="csX0" fmla="*/ 0 w 1933575"/>
                <a:gd name="csY0" fmla="*/ 524753 h 524753"/>
                <a:gd name="csX1" fmla="*/ 183356 w 1933575"/>
                <a:gd name="csY1" fmla="*/ 293772 h 524753"/>
                <a:gd name="csX2" fmla="*/ 450056 w 1933575"/>
                <a:gd name="csY2" fmla="*/ 119940 h 524753"/>
                <a:gd name="csX3" fmla="*/ 878681 w 1933575"/>
                <a:gd name="csY3" fmla="*/ 3259 h 524753"/>
                <a:gd name="csX4" fmla="*/ 1316831 w 1933575"/>
                <a:gd name="csY4" fmla="*/ 53265 h 524753"/>
                <a:gd name="csX5" fmla="*/ 1702594 w 1933575"/>
                <a:gd name="csY5" fmla="*/ 265197 h 524753"/>
                <a:gd name="csX6" fmla="*/ 1933575 w 1933575"/>
                <a:gd name="csY6" fmla="*/ 524753 h 52475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33575" h="524753">
                  <a:moveTo>
                    <a:pt x="0" y="524753"/>
                  </a:moveTo>
                  <a:cubicBezTo>
                    <a:pt x="54173" y="442997"/>
                    <a:pt x="108347" y="361241"/>
                    <a:pt x="183356" y="293772"/>
                  </a:cubicBezTo>
                  <a:cubicBezTo>
                    <a:pt x="258365" y="226303"/>
                    <a:pt x="334169" y="168359"/>
                    <a:pt x="450056" y="119940"/>
                  </a:cubicBezTo>
                  <a:cubicBezTo>
                    <a:pt x="565943" y="71521"/>
                    <a:pt x="734218" y="14372"/>
                    <a:pt x="878681" y="3259"/>
                  </a:cubicBezTo>
                  <a:cubicBezTo>
                    <a:pt x="1023144" y="-7854"/>
                    <a:pt x="1179512" y="9609"/>
                    <a:pt x="1316831" y="53265"/>
                  </a:cubicBezTo>
                  <a:cubicBezTo>
                    <a:pt x="1454150" y="96921"/>
                    <a:pt x="1599803" y="186616"/>
                    <a:pt x="1702594" y="265197"/>
                  </a:cubicBezTo>
                  <a:cubicBezTo>
                    <a:pt x="1805385" y="343778"/>
                    <a:pt x="1913334" y="482287"/>
                    <a:pt x="1933575" y="524753"/>
                  </a:cubicBezTo>
                </a:path>
              </a:pathLst>
            </a:cu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任意多边形: 形状 33">
              <a:extLst>
                <a:ext uri="{FF2B5EF4-FFF2-40B4-BE49-F238E27FC236}">
                  <a16:creationId xmlns:a16="http://schemas.microsoft.com/office/drawing/2014/main" id="{1EF4081B-1F43-5716-3BCF-FA9FECF49067}"/>
                </a:ext>
              </a:extLst>
            </p:cNvPr>
            <p:cNvSpPr/>
            <p:nvPr/>
          </p:nvSpPr>
          <p:spPr>
            <a:xfrm>
              <a:off x="8120043" y="2369364"/>
              <a:ext cx="1718232" cy="996825"/>
            </a:xfrm>
            <a:custGeom>
              <a:avLst/>
              <a:gdLst>
                <a:gd name="csX0" fmla="*/ 103414 w 2172517"/>
                <a:gd name="csY0" fmla="*/ 0 h 1260377"/>
                <a:gd name="csX1" fmla="*/ 2069103 w 2172517"/>
                <a:gd name="csY1" fmla="*/ 0 h 1260377"/>
                <a:gd name="csX2" fmla="*/ 2071268 w 2172517"/>
                <a:gd name="csY2" fmla="*/ 437 h 1260377"/>
                <a:gd name="csX3" fmla="*/ 2115045 w 2172517"/>
                <a:gd name="csY3" fmla="*/ 72497 h 1260377"/>
                <a:gd name="csX4" fmla="*/ 2164314 w 2172517"/>
                <a:gd name="csY4" fmla="*/ 174772 h 1260377"/>
                <a:gd name="csX5" fmla="*/ 2172517 w 2172517"/>
                <a:gd name="csY5" fmla="*/ 197185 h 1260377"/>
                <a:gd name="csX6" fmla="*/ 2172517 w 2172517"/>
                <a:gd name="csY6" fmla="*/ 1063192 h 1260377"/>
                <a:gd name="csX7" fmla="*/ 2164314 w 2172517"/>
                <a:gd name="csY7" fmla="*/ 1085605 h 1260377"/>
                <a:gd name="csX8" fmla="*/ 2115045 w 2172517"/>
                <a:gd name="csY8" fmla="*/ 1187880 h 1260377"/>
                <a:gd name="csX9" fmla="*/ 2071267 w 2172517"/>
                <a:gd name="csY9" fmla="*/ 1259940 h 1260377"/>
                <a:gd name="csX10" fmla="*/ 2069103 w 2172517"/>
                <a:gd name="csY10" fmla="*/ 1260377 h 1260377"/>
                <a:gd name="csX11" fmla="*/ 103414 w 2172517"/>
                <a:gd name="csY11" fmla="*/ 1260377 h 1260377"/>
                <a:gd name="csX12" fmla="*/ 101249 w 2172517"/>
                <a:gd name="csY12" fmla="*/ 1259940 h 1260377"/>
                <a:gd name="csX13" fmla="*/ 57471 w 2172517"/>
                <a:gd name="csY13" fmla="*/ 1187880 h 1260377"/>
                <a:gd name="csX14" fmla="*/ 8203 w 2172517"/>
                <a:gd name="csY14" fmla="*/ 1085605 h 1260377"/>
                <a:gd name="csX15" fmla="*/ 0 w 2172517"/>
                <a:gd name="csY15" fmla="*/ 1063194 h 1260377"/>
                <a:gd name="csX16" fmla="*/ 0 w 2172517"/>
                <a:gd name="csY16" fmla="*/ 197182 h 1260377"/>
                <a:gd name="csX17" fmla="*/ 8203 w 2172517"/>
                <a:gd name="csY17" fmla="*/ 174772 h 1260377"/>
                <a:gd name="csX18" fmla="*/ 57471 w 2172517"/>
                <a:gd name="csY18" fmla="*/ 72497 h 1260377"/>
                <a:gd name="csX19" fmla="*/ 101248 w 2172517"/>
                <a:gd name="csY19" fmla="*/ 438 h 12603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2172517" h="1260377">
                  <a:moveTo>
                    <a:pt x="103414" y="0"/>
                  </a:moveTo>
                  <a:lnTo>
                    <a:pt x="2069103" y="0"/>
                  </a:lnTo>
                  <a:lnTo>
                    <a:pt x="2071268" y="437"/>
                  </a:lnTo>
                  <a:lnTo>
                    <a:pt x="2115045" y="72497"/>
                  </a:lnTo>
                  <a:cubicBezTo>
                    <a:pt x="2133057" y="105653"/>
                    <a:pt x="2149512" y="139777"/>
                    <a:pt x="2164314" y="174772"/>
                  </a:cubicBezTo>
                  <a:lnTo>
                    <a:pt x="2172517" y="197185"/>
                  </a:lnTo>
                  <a:lnTo>
                    <a:pt x="2172517" y="1063192"/>
                  </a:lnTo>
                  <a:lnTo>
                    <a:pt x="2164314" y="1085605"/>
                  </a:lnTo>
                  <a:cubicBezTo>
                    <a:pt x="2149512" y="1120599"/>
                    <a:pt x="2133057" y="1154723"/>
                    <a:pt x="2115045" y="1187880"/>
                  </a:cubicBezTo>
                  <a:lnTo>
                    <a:pt x="2071267" y="1259940"/>
                  </a:lnTo>
                  <a:lnTo>
                    <a:pt x="2069103" y="1260377"/>
                  </a:lnTo>
                  <a:lnTo>
                    <a:pt x="103414" y="1260377"/>
                  </a:lnTo>
                  <a:lnTo>
                    <a:pt x="101249" y="1259940"/>
                  </a:lnTo>
                  <a:lnTo>
                    <a:pt x="57471" y="1187880"/>
                  </a:lnTo>
                  <a:cubicBezTo>
                    <a:pt x="39459" y="1154723"/>
                    <a:pt x="23004" y="1120599"/>
                    <a:pt x="8203" y="1085605"/>
                  </a:cubicBezTo>
                  <a:lnTo>
                    <a:pt x="0" y="1063194"/>
                  </a:lnTo>
                  <a:lnTo>
                    <a:pt x="0" y="197182"/>
                  </a:lnTo>
                  <a:lnTo>
                    <a:pt x="8203" y="174772"/>
                  </a:lnTo>
                  <a:cubicBezTo>
                    <a:pt x="23004" y="139777"/>
                    <a:pt x="39459" y="105653"/>
                    <a:pt x="57471" y="72497"/>
                  </a:cubicBezTo>
                  <a:lnTo>
                    <a:pt x="101248" y="438"/>
                  </a:lnTo>
                  <a:close/>
                </a:path>
              </a:pathLst>
            </a:custGeom>
            <a:no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36" name="图片 35">
              <a:extLst>
                <a:ext uri="{FF2B5EF4-FFF2-40B4-BE49-F238E27FC236}">
                  <a16:creationId xmlns:a16="http://schemas.microsoft.com/office/drawing/2014/main" id="{6F550CE9-DA31-28D5-DB82-44386E636E08}"/>
                </a:ext>
              </a:extLst>
            </p:cNvPr>
            <p:cNvPicPr>
              <a:picLocks noChangeAspect="1"/>
            </p:cNvPicPr>
            <p:nvPr/>
          </p:nvPicPr>
          <p:blipFill>
            <a:blip r:embed="rId3"/>
            <a:stretch>
              <a:fillRect/>
            </a:stretch>
          </p:blipFill>
          <p:spPr>
            <a:xfrm>
              <a:off x="8508058" y="2606949"/>
              <a:ext cx="380154" cy="609859"/>
            </a:xfrm>
            <a:prstGeom prst="rect">
              <a:avLst/>
            </a:prstGeom>
          </p:spPr>
        </p:pic>
        <p:pic>
          <p:nvPicPr>
            <p:cNvPr id="37" name="图片 36">
              <a:extLst>
                <a:ext uri="{FF2B5EF4-FFF2-40B4-BE49-F238E27FC236}">
                  <a16:creationId xmlns:a16="http://schemas.microsoft.com/office/drawing/2014/main" id="{0B37355D-A6CD-8B2E-1BD4-C1BCD7E45A23}"/>
                </a:ext>
              </a:extLst>
            </p:cNvPr>
            <p:cNvPicPr>
              <a:picLocks noChangeAspect="1"/>
            </p:cNvPicPr>
            <p:nvPr/>
          </p:nvPicPr>
          <p:blipFill>
            <a:blip r:embed="rId3"/>
            <a:stretch>
              <a:fillRect/>
            </a:stretch>
          </p:blipFill>
          <p:spPr>
            <a:xfrm>
              <a:off x="9070105" y="2606949"/>
              <a:ext cx="380154" cy="609859"/>
            </a:xfrm>
            <a:prstGeom prst="rect">
              <a:avLst/>
            </a:prstGeom>
          </p:spPr>
        </p:pic>
        <p:pic>
          <p:nvPicPr>
            <p:cNvPr id="38" name="图片 37">
              <a:extLst>
                <a:ext uri="{FF2B5EF4-FFF2-40B4-BE49-F238E27FC236}">
                  <a16:creationId xmlns:a16="http://schemas.microsoft.com/office/drawing/2014/main" id="{40FF5A4F-F23D-CA04-4886-D717716EFB4A}"/>
                </a:ext>
              </a:extLst>
            </p:cNvPr>
            <p:cNvPicPr>
              <a:picLocks noChangeAspect="1"/>
            </p:cNvPicPr>
            <p:nvPr/>
          </p:nvPicPr>
          <p:blipFill>
            <a:blip r:embed="rId3"/>
            <a:stretch>
              <a:fillRect/>
            </a:stretch>
          </p:blipFill>
          <p:spPr>
            <a:xfrm>
              <a:off x="9450259" y="2606949"/>
              <a:ext cx="380154" cy="609859"/>
            </a:xfrm>
            <a:prstGeom prst="rect">
              <a:avLst/>
            </a:prstGeom>
          </p:spPr>
        </p:pic>
        <p:cxnSp>
          <p:nvCxnSpPr>
            <p:cNvPr id="39" name="直接连接符 38">
              <a:extLst>
                <a:ext uri="{FF2B5EF4-FFF2-40B4-BE49-F238E27FC236}">
                  <a16:creationId xmlns:a16="http://schemas.microsoft.com/office/drawing/2014/main" id="{D0DD08EB-0747-167A-045B-D73F32ECA4DF}"/>
                </a:ext>
              </a:extLst>
            </p:cNvPr>
            <p:cNvCxnSpPr/>
            <p:nvPr/>
          </p:nvCxnSpPr>
          <p:spPr>
            <a:xfrm>
              <a:off x="8127904" y="3248251"/>
              <a:ext cx="1710371" cy="0"/>
            </a:xfrm>
            <a:prstGeom prst="line">
              <a:avLst/>
            </a:prstGeom>
            <a:ln w="50800" cmpd="sng"/>
            <a:effectLst/>
          </p:spPr>
          <p:style>
            <a:lnRef idx="2">
              <a:schemeClr val="accent1"/>
            </a:lnRef>
            <a:fillRef idx="0">
              <a:schemeClr val="accent1"/>
            </a:fillRef>
            <a:effectRef idx="1">
              <a:schemeClr val="accent1"/>
            </a:effectRef>
            <a:fontRef idx="minor">
              <a:schemeClr val="tx1"/>
            </a:fontRef>
          </p:style>
        </p:cxnSp>
        <p:sp>
          <p:nvSpPr>
            <p:cNvPr id="40" name="任意多边形: 形状 39">
              <a:extLst>
                <a:ext uri="{FF2B5EF4-FFF2-40B4-BE49-F238E27FC236}">
                  <a16:creationId xmlns:a16="http://schemas.microsoft.com/office/drawing/2014/main" id="{6092B348-02A8-2E58-7AEB-2C8191012444}"/>
                </a:ext>
              </a:extLst>
            </p:cNvPr>
            <p:cNvSpPr/>
            <p:nvPr/>
          </p:nvSpPr>
          <p:spPr>
            <a:xfrm flipH="1">
              <a:off x="9853341" y="3002974"/>
              <a:ext cx="1919171" cy="379842"/>
            </a:xfrm>
            <a:custGeom>
              <a:avLst/>
              <a:gdLst>
                <a:gd name="csX0" fmla="*/ 3452428 w 3541880"/>
                <a:gd name="csY0" fmla="*/ 0 h 480269"/>
                <a:gd name="csX1" fmla="*/ 2269671 w 3541880"/>
                <a:gd name="csY1" fmla="*/ 59635 h 480269"/>
                <a:gd name="csX2" fmla="*/ 381237 w 3541880"/>
                <a:gd name="csY2" fmla="*/ 298174 h 480269"/>
                <a:gd name="csX3" fmla="*/ 23428 w 3541880"/>
                <a:gd name="csY3" fmla="*/ 477079 h 480269"/>
                <a:gd name="csX4" fmla="*/ 758924 w 3541880"/>
                <a:gd name="csY4" fmla="*/ 417444 h 480269"/>
                <a:gd name="csX5" fmla="*/ 1971498 w 3541880"/>
                <a:gd name="csY5" fmla="*/ 288235 h 480269"/>
                <a:gd name="csX6" fmla="*/ 2975350 w 3541880"/>
                <a:gd name="csY6" fmla="*/ 228600 h 480269"/>
                <a:gd name="csX7" fmla="*/ 3541880 w 3541880"/>
                <a:gd name="csY7" fmla="*/ 208722 h 4802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541880" h="480269">
                  <a:moveTo>
                    <a:pt x="3452428" y="0"/>
                  </a:moveTo>
                  <a:cubicBezTo>
                    <a:pt x="3116982" y="4969"/>
                    <a:pt x="2781536" y="9939"/>
                    <a:pt x="2269671" y="59635"/>
                  </a:cubicBezTo>
                  <a:cubicBezTo>
                    <a:pt x="1757806" y="109331"/>
                    <a:pt x="755611" y="228600"/>
                    <a:pt x="381237" y="298174"/>
                  </a:cubicBezTo>
                  <a:cubicBezTo>
                    <a:pt x="6863" y="367748"/>
                    <a:pt x="-39520" y="457201"/>
                    <a:pt x="23428" y="477079"/>
                  </a:cubicBezTo>
                  <a:cubicBezTo>
                    <a:pt x="86376" y="496957"/>
                    <a:pt x="758924" y="417444"/>
                    <a:pt x="758924" y="417444"/>
                  </a:cubicBezTo>
                  <a:lnTo>
                    <a:pt x="1971498" y="288235"/>
                  </a:lnTo>
                  <a:cubicBezTo>
                    <a:pt x="2340902" y="256761"/>
                    <a:pt x="2713620" y="241852"/>
                    <a:pt x="2975350" y="228600"/>
                  </a:cubicBezTo>
                  <a:cubicBezTo>
                    <a:pt x="3237080" y="215348"/>
                    <a:pt x="3389480" y="212035"/>
                    <a:pt x="3541880" y="208722"/>
                  </a:cubicBezTo>
                </a:path>
              </a:pathLst>
            </a:cu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任意多边形: 形状 40">
              <a:extLst>
                <a:ext uri="{FF2B5EF4-FFF2-40B4-BE49-F238E27FC236}">
                  <a16:creationId xmlns:a16="http://schemas.microsoft.com/office/drawing/2014/main" id="{1F222BD7-D0D8-1719-F929-D9BF27F77936}"/>
                </a:ext>
              </a:extLst>
            </p:cNvPr>
            <p:cNvSpPr/>
            <p:nvPr/>
          </p:nvSpPr>
          <p:spPr>
            <a:xfrm>
              <a:off x="6179476" y="3002973"/>
              <a:ext cx="1919171" cy="379842"/>
            </a:xfrm>
            <a:custGeom>
              <a:avLst/>
              <a:gdLst>
                <a:gd name="csX0" fmla="*/ 3452428 w 3541880"/>
                <a:gd name="csY0" fmla="*/ 0 h 480269"/>
                <a:gd name="csX1" fmla="*/ 2269671 w 3541880"/>
                <a:gd name="csY1" fmla="*/ 59635 h 480269"/>
                <a:gd name="csX2" fmla="*/ 381237 w 3541880"/>
                <a:gd name="csY2" fmla="*/ 298174 h 480269"/>
                <a:gd name="csX3" fmla="*/ 23428 w 3541880"/>
                <a:gd name="csY3" fmla="*/ 477079 h 480269"/>
                <a:gd name="csX4" fmla="*/ 758924 w 3541880"/>
                <a:gd name="csY4" fmla="*/ 417444 h 480269"/>
                <a:gd name="csX5" fmla="*/ 1971498 w 3541880"/>
                <a:gd name="csY5" fmla="*/ 288235 h 480269"/>
                <a:gd name="csX6" fmla="*/ 2975350 w 3541880"/>
                <a:gd name="csY6" fmla="*/ 228600 h 480269"/>
                <a:gd name="csX7" fmla="*/ 3541880 w 3541880"/>
                <a:gd name="csY7" fmla="*/ 208722 h 4802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541880" h="480269">
                  <a:moveTo>
                    <a:pt x="3452428" y="0"/>
                  </a:moveTo>
                  <a:cubicBezTo>
                    <a:pt x="3116982" y="4969"/>
                    <a:pt x="2781536" y="9939"/>
                    <a:pt x="2269671" y="59635"/>
                  </a:cubicBezTo>
                  <a:cubicBezTo>
                    <a:pt x="1757806" y="109331"/>
                    <a:pt x="755611" y="228600"/>
                    <a:pt x="381237" y="298174"/>
                  </a:cubicBezTo>
                  <a:cubicBezTo>
                    <a:pt x="6863" y="367748"/>
                    <a:pt x="-39520" y="457201"/>
                    <a:pt x="23428" y="477079"/>
                  </a:cubicBezTo>
                  <a:cubicBezTo>
                    <a:pt x="86376" y="496957"/>
                    <a:pt x="758924" y="417444"/>
                    <a:pt x="758924" y="417444"/>
                  </a:cubicBezTo>
                  <a:lnTo>
                    <a:pt x="1971498" y="288235"/>
                  </a:lnTo>
                  <a:cubicBezTo>
                    <a:pt x="2340902" y="256761"/>
                    <a:pt x="2713620" y="241852"/>
                    <a:pt x="2975350" y="228600"/>
                  </a:cubicBezTo>
                  <a:cubicBezTo>
                    <a:pt x="3237080" y="215348"/>
                    <a:pt x="3389480" y="212035"/>
                    <a:pt x="3541880" y="208722"/>
                  </a:cubicBezTo>
                </a:path>
              </a:pathLst>
            </a:cu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2" name="椭圆 41">
              <a:extLst>
                <a:ext uri="{FF2B5EF4-FFF2-40B4-BE49-F238E27FC236}">
                  <a16:creationId xmlns:a16="http://schemas.microsoft.com/office/drawing/2014/main" id="{ACF15090-C98B-B27B-E832-CDA5B7907BC5}"/>
                </a:ext>
              </a:extLst>
            </p:cNvPr>
            <p:cNvSpPr>
              <a:spLocks noChangeAspect="1"/>
            </p:cNvSpPr>
            <p:nvPr/>
          </p:nvSpPr>
          <p:spPr>
            <a:xfrm>
              <a:off x="8061454" y="1942430"/>
              <a:ext cx="1850693" cy="1850693"/>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5" name="组合 44">
            <a:extLst>
              <a:ext uri="{FF2B5EF4-FFF2-40B4-BE49-F238E27FC236}">
                <a16:creationId xmlns:a16="http://schemas.microsoft.com/office/drawing/2014/main" id="{00C2FC6B-1FEC-C2B7-37D2-A9DBFC3A40B9}"/>
              </a:ext>
            </a:extLst>
          </p:cNvPr>
          <p:cNvGrpSpPr>
            <a:grpSpLocks noChangeAspect="1"/>
          </p:cNvGrpSpPr>
          <p:nvPr/>
        </p:nvGrpSpPr>
        <p:grpSpPr>
          <a:xfrm>
            <a:off x="9287255" y="3197971"/>
            <a:ext cx="3196727" cy="987039"/>
            <a:chOff x="6563817" y="4176213"/>
            <a:chExt cx="5368523" cy="1657615"/>
          </a:xfrm>
        </p:grpSpPr>
        <p:pic>
          <p:nvPicPr>
            <p:cNvPr id="46" name="图片 45">
              <a:extLst>
                <a:ext uri="{FF2B5EF4-FFF2-40B4-BE49-F238E27FC236}">
                  <a16:creationId xmlns:a16="http://schemas.microsoft.com/office/drawing/2014/main" id="{497442D5-3DF1-93DA-E390-1D5F0D7DDE32}"/>
                </a:ext>
              </a:extLst>
            </p:cNvPr>
            <p:cNvPicPr>
              <a:picLocks noChangeAspect="1"/>
            </p:cNvPicPr>
            <p:nvPr/>
          </p:nvPicPr>
          <p:blipFill>
            <a:blip r:embed="rId3"/>
            <a:stretch>
              <a:fillRect/>
            </a:stretch>
          </p:blipFill>
          <p:spPr>
            <a:xfrm>
              <a:off x="8326531" y="4791423"/>
              <a:ext cx="412064" cy="661049"/>
            </a:xfrm>
            <a:prstGeom prst="rect">
              <a:avLst/>
            </a:prstGeom>
          </p:spPr>
        </p:pic>
        <p:pic>
          <p:nvPicPr>
            <p:cNvPr id="47" name="图片 46">
              <a:extLst>
                <a:ext uri="{FF2B5EF4-FFF2-40B4-BE49-F238E27FC236}">
                  <a16:creationId xmlns:a16="http://schemas.microsoft.com/office/drawing/2014/main" id="{CB4C5746-3607-0C09-160B-04098465E4D1}"/>
                </a:ext>
              </a:extLst>
            </p:cNvPr>
            <p:cNvPicPr>
              <a:picLocks noChangeAspect="1"/>
            </p:cNvPicPr>
            <p:nvPr/>
          </p:nvPicPr>
          <p:blipFill>
            <a:blip r:embed="rId3"/>
            <a:stretch>
              <a:fillRect/>
            </a:stretch>
          </p:blipFill>
          <p:spPr>
            <a:xfrm>
              <a:off x="8738595" y="4791423"/>
              <a:ext cx="412064" cy="661049"/>
            </a:xfrm>
            <a:prstGeom prst="rect">
              <a:avLst/>
            </a:prstGeom>
          </p:spPr>
        </p:pic>
        <p:pic>
          <p:nvPicPr>
            <p:cNvPr id="48" name="图片 47">
              <a:extLst>
                <a:ext uri="{FF2B5EF4-FFF2-40B4-BE49-F238E27FC236}">
                  <a16:creationId xmlns:a16="http://schemas.microsoft.com/office/drawing/2014/main" id="{29038D77-2EEF-6BF7-9C27-ED33430EAFD4}"/>
                </a:ext>
              </a:extLst>
            </p:cNvPr>
            <p:cNvPicPr>
              <a:picLocks noChangeAspect="1"/>
            </p:cNvPicPr>
            <p:nvPr/>
          </p:nvPicPr>
          <p:blipFill>
            <a:blip r:embed="rId3"/>
            <a:stretch>
              <a:fillRect/>
            </a:stretch>
          </p:blipFill>
          <p:spPr>
            <a:xfrm>
              <a:off x="9347818" y="4791423"/>
              <a:ext cx="412064" cy="661049"/>
            </a:xfrm>
            <a:prstGeom prst="rect">
              <a:avLst/>
            </a:prstGeom>
          </p:spPr>
        </p:pic>
        <p:pic>
          <p:nvPicPr>
            <p:cNvPr id="49" name="图片 48">
              <a:extLst>
                <a:ext uri="{FF2B5EF4-FFF2-40B4-BE49-F238E27FC236}">
                  <a16:creationId xmlns:a16="http://schemas.microsoft.com/office/drawing/2014/main" id="{4CD402D3-843A-2517-9376-F483F02762AE}"/>
                </a:ext>
              </a:extLst>
            </p:cNvPr>
            <p:cNvPicPr>
              <a:picLocks noChangeAspect="1"/>
            </p:cNvPicPr>
            <p:nvPr/>
          </p:nvPicPr>
          <p:blipFill>
            <a:blip r:embed="rId3"/>
            <a:stretch>
              <a:fillRect/>
            </a:stretch>
          </p:blipFill>
          <p:spPr>
            <a:xfrm>
              <a:off x="9759882" y="4791423"/>
              <a:ext cx="412064" cy="661049"/>
            </a:xfrm>
            <a:prstGeom prst="rect">
              <a:avLst/>
            </a:prstGeom>
          </p:spPr>
        </p:pic>
        <p:cxnSp>
          <p:nvCxnSpPr>
            <p:cNvPr id="50" name="直接连接符 49">
              <a:extLst>
                <a:ext uri="{FF2B5EF4-FFF2-40B4-BE49-F238E27FC236}">
                  <a16:creationId xmlns:a16="http://schemas.microsoft.com/office/drawing/2014/main" id="{C477AD36-5430-FF7E-6CF9-3675D90E7BA5}"/>
                </a:ext>
              </a:extLst>
            </p:cNvPr>
            <p:cNvCxnSpPr/>
            <p:nvPr/>
          </p:nvCxnSpPr>
          <p:spPr>
            <a:xfrm>
              <a:off x="8326531" y="5486553"/>
              <a:ext cx="1853935" cy="0"/>
            </a:xfrm>
            <a:prstGeom prst="line">
              <a:avLst/>
            </a:prstGeom>
            <a:ln w="50800" cmpd="sng"/>
          </p:spPr>
          <p:style>
            <a:lnRef idx="2">
              <a:schemeClr val="accent1"/>
            </a:lnRef>
            <a:fillRef idx="0">
              <a:schemeClr val="accent1"/>
            </a:fillRef>
            <a:effectRef idx="1">
              <a:schemeClr val="accent1"/>
            </a:effectRef>
            <a:fontRef idx="minor">
              <a:schemeClr val="tx1"/>
            </a:fontRef>
          </p:style>
        </p:cxnSp>
        <p:sp>
          <p:nvSpPr>
            <p:cNvPr id="51" name="任意多边形: 形状 50">
              <a:extLst>
                <a:ext uri="{FF2B5EF4-FFF2-40B4-BE49-F238E27FC236}">
                  <a16:creationId xmlns:a16="http://schemas.microsoft.com/office/drawing/2014/main" id="{983AFE41-89CB-655C-15EE-7BEFC932A88C}"/>
                </a:ext>
              </a:extLst>
            </p:cNvPr>
            <p:cNvSpPr/>
            <p:nvPr/>
          </p:nvSpPr>
          <p:spPr>
            <a:xfrm>
              <a:off x="8318011" y="4533896"/>
              <a:ext cx="1862455" cy="1080496"/>
            </a:xfrm>
            <a:custGeom>
              <a:avLst/>
              <a:gdLst>
                <a:gd name="csX0" fmla="*/ 88655 w 1862455"/>
                <a:gd name="csY0" fmla="*/ 0 h 1080496"/>
                <a:gd name="csX1" fmla="*/ 1773800 w 1862455"/>
                <a:gd name="csY1" fmla="*/ 0 h 1080496"/>
                <a:gd name="csX2" fmla="*/ 1862455 w 1862455"/>
                <a:gd name="csY2" fmla="*/ 88655 h 1080496"/>
                <a:gd name="csX3" fmla="*/ 1862455 w 1862455"/>
                <a:gd name="csY3" fmla="*/ 950617 h 1080496"/>
                <a:gd name="csX4" fmla="*/ 1799182 w 1862455"/>
                <a:gd name="csY4" fmla="*/ 1042773 h 1080496"/>
                <a:gd name="csX5" fmla="*/ 1767703 w 1862455"/>
                <a:gd name="csY5" fmla="*/ 1080496 h 1080496"/>
                <a:gd name="csX6" fmla="*/ 105639 w 1862455"/>
                <a:gd name="csY6" fmla="*/ 1080496 h 1080496"/>
                <a:gd name="csX7" fmla="*/ 74160 w 1862455"/>
                <a:gd name="csY7" fmla="*/ 1042773 h 1080496"/>
                <a:gd name="csX8" fmla="*/ 9815 w 1862455"/>
                <a:gd name="csY8" fmla="*/ 949055 h 1080496"/>
                <a:gd name="csX9" fmla="*/ 0 w 1862455"/>
                <a:gd name="csY9" fmla="*/ 931460 h 1080496"/>
                <a:gd name="csX10" fmla="*/ 0 w 1862455"/>
                <a:gd name="csY10" fmla="*/ 88655 h 1080496"/>
                <a:gd name="csX11" fmla="*/ 88655 w 1862455"/>
                <a:gd name="csY11" fmla="*/ 0 h 10804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862455" h="1080496">
                  <a:moveTo>
                    <a:pt x="88655" y="0"/>
                  </a:moveTo>
                  <a:lnTo>
                    <a:pt x="1773800" y="0"/>
                  </a:lnTo>
                  <a:cubicBezTo>
                    <a:pt x="1822763" y="0"/>
                    <a:pt x="1862455" y="39692"/>
                    <a:pt x="1862455" y="88655"/>
                  </a:cubicBezTo>
                  <a:lnTo>
                    <a:pt x="1862455" y="950617"/>
                  </a:lnTo>
                  <a:lnTo>
                    <a:pt x="1799182" y="1042773"/>
                  </a:lnTo>
                  <a:lnTo>
                    <a:pt x="1767703" y="1080496"/>
                  </a:lnTo>
                  <a:lnTo>
                    <a:pt x="105639" y="1080496"/>
                  </a:lnTo>
                  <a:lnTo>
                    <a:pt x="74160" y="1042773"/>
                  </a:lnTo>
                  <a:cubicBezTo>
                    <a:pt x="51381" y="1012711"/>
                    <a:pt x="29901" y="981437"/>
                    <a:pt x="9815" y="949055"/>
                  </a:cubicBezTo>
                  <a:lnTo>
                    <a:pt x="0" y="931460"/>
                  </a:lnTo>
                  <a:lnTo>
                    <a:pt x="0" y="88655"/>
                  </a:lnTo>
                  <a:cubicBezTo>
                    <a:pt x="0" y="39692"/>
                    <a:pt x="39692" y="0"/>
                    <a:pt x="88655" y="0"/>
                  </a:cubicBezTo>
                  <a:close/>
                </a:path>
              </a:pathLst>
            </a:custGeom>
            <a:no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52" name="组合 51">
              <a:extLst>
                <a:ext uri="{FF2B5EF4-FFF2-40B4-BE49-F238E27FC236}">
                  <a16:creationId xmlns:a16="http://schemas.microsoft.com/office/drawing/2014/main" id="{6B63BFDA-0780-006A-0BBA-4D9E5787C0E0}"/>
                </a:ext>
              </a:extLst>
            </p:cNvPr>
            <p:cNvGrpSpPr>
              <a:grpSpLocks noChangeAspect="1"/>
            </p:cNvGrpSpPr>
            <p:nvPr/>
          </p:nvGrpSpPr>
          <p:grpSpPr>
            <a:xfrm>
              <a:off x="6563817" y="4176213"/>
              <a:ext cx="5368523" cy="1657615"/>
              <a:chOff x="2478384" y="4183104"/>
              <a:chExt cx="7049494" cy="1608096"/>
            </a:xfrm>
          </p:grpSpPr>
          <p:sp>
            <p:nvSpPr>
              <p:cNvPr id="53" name="任意多边形: 形状 52">
                <a:extLst>
                  <a:ext uri="{FF2B5EF4-FFF2-40B4-BE49-F238E27FC236}">
                    <a16:creationId xmlns:a16="http://schemas.microsoft.com/office/drawing/2014/main" id="{382DCF57-15F5-0D73-5F9B-6C9D069C13BF}"/>
                  </a:ext>
                </a:extLst>
              </p:cNvPr>
              <p:cNvSpPr/>
              <p:nvPr/>
            </p:nvSpPr>
            <p:spPr>
              <a:xfrm>
                <a:off x="5972175" y="4183104"/>
                <a:ext cx="3555703" cy="1608096"/>
              </a:xfrm>
              <a:custGeom>
                <a:avLst/>
                <a:gdLst>
                  <a:gd name="csX0" fmla="*/ 0 w 3555703"/>
                  <a:gd name="csY0" fmla="*/ 1608096 h 1608096"/>
                  <a:gd name="csX1" fmla="*/ 1047750 w 3555703"/>
                  <a:gd name="csY1" fmla="*/ 1465221 h 1608096"/>
                  <a:gd name="csX2" fmla="*/ 1571625 w 3555703"/>
                  <a:gd name="csY2" fmla="*/ 769896 h 1608096"/>
                  <a:gd name="csX3" fmla="*/ 2638425 w 3555703"/>
                  <a:gd name="csY3" fmla="*/ 341271 h 1608096"/>
                  <a:gd name="csX4" fmla="*/ 3552825 w 3555703"/>
                  <a:gd name="csY4" fmla="*/ 65046 h 1608096"/>
                  <a:gd name="csX5" fmla="*/ 2867025 w 3555703"/>
                  <a:gd name="csY5" fmla="*/ 17421 h 1608096"/>
                  <a:gd name="csX6" fmla="*/ 1285875 w 3555703"/>
                  <a:gd name="csY6" fmla="*/ 303171 h 1608096"/>
                  <a:gd name="csX7" fmla="*/ 19050 w 3555703"/>
                  <a:gd name="csY7" fmla="*/ 341271 h 16080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555703" h="1608096">
                    <a:moveTo>
                      <a:pt x="0" y="1608096"/>
                    </a:moveTo>
                    <a:cubicBezTo>
                      <a:pt x="392906" y="1606508"/>
                      <a:pt x="785813" y="1604921"/>
                      <a:pt x="1047750" y="1465221"/>
                    </a:cubicBezTo>
                    <a:cubicBezTo>
                      <a:pt x="1309688" y="1325521"/>
                      <a:pt x="1306513" y="957221"/>
                      <a:pt x="1571625" y="769896"/>
                    </a:cubicBezTo>
                    <a:cubicBezTo>
                      <a:pt x="1836738" y="582571"/>
                      <a:pt x="2308225" y="458746"/>
                      <a:pt x="2638425" y="341271"/>
                    </a:cubicBezTo>
                    <a:cubicBezTo>
                      <a:pt x="2968625" y="223796"/>
                      <a:pt x="3514725" y="119021"/>
                      <a:pt x="3552825" y="65046"/>
                    </a:cubicBezTo>
                    <a:cubicBezTo>
                      <a:pt x="3590925" y="11071"/>
                      <a:pt x="3244850" y="-22267"/>
                      <a:pt x="2867025" y="17421"/>
                    </a:cubicBezTo>
                    <a:cubicBezTo>
                      <a:pt x="2489200" y="57108"/>
                      <a:pt x="1760537" y="249196"/>
                      <a:pt x="1285875" y="303171"/>
                    </a:cubicBezTo>
                    <a:cubicBezTo>
                      <a:pt x="811213" y="357146"/>
                      <a:pt x="415131" y="349208"/>
                      <a:pt x="19050" y="341271"/>
                    </a:cubicBezTo>
                  </a:path>
                </a:pathLst>
              </a:cu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任意多边形: 形状 53">
                <a:extLst>
                  <a:ext uri="{FF2B5EF4-FFF2-40B4-BE49-F238E27FC236}">
                    <a16:creationId xmlns:a16="http://schemas.microsoft.com/office/drawing/2014/main" id="{5CB48A45-8421-CA03-E4B5-613BCD480D16}"/>
                  </a:ext>
                </a:extLst>
              </p:cNvPr>
              <p:cNvSpPr/>
              <p:nvPr/>
            </p:nvSpPr>
            <p:spPr>
              <a:xfrm flipH="1">
                <a:off x="2478384" y="4183104"/>
                <a:ext cx="3555703" cy="1608096"/>
              </a:xfrm>
              <a:custGeom>
                <a:avLst/>
                <a:gdLst>
                  <a:gd name="csX0" fmla="*/ 0 w 3555703"/>
                  <a:gd name="csY0" fmla="*/ 1608096 h 1608096"/>
                  <a:gd name="csX1" fmla="*/ 1047750 w 3555703"/>
                  <a:gd name="csY1" fmla="*/ 1465221 h 1608096"/>
                  <a:gd name="csX2" fmla="*/ 1571625 w 3555703"/>
                  <a:gd name="csY2" fmla="*/ 769896 h 1608096"/>
                  <a:gd name="csX3" fmla="*/ 2638425 w 3555703"/>
                  <a:gd name="csY3" fmla="*/ 341271 h 1608096"/>
                  <a:gd name="csX4" fmla="*/ 3552825 w 3555703"/>
                  <a:gd name="csY4" fmla="*/ 65046 h 1608096"/>
                  <a:gd name="csX5" fmla="*/ 2867025 w 3555703"/>
                  <a:gd name="csY5" fmla="*/ 17421 h 1608096"/>
                  <a:gd name="csX6" fmla="*/ 1285875 w 3555703"/>
                  <a:gd name="csY6" fmla="*/ 303171 h 1608096"/>
                  <a:gd name="csX7" fmla="*/ 19050 w 3555703"/>
                  <a:gd name="csY7" fmla="*/ 341271 h 16080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555703" h="1608096">
                    <a:moveTo>
                      <a:pt x="0" y="1608096"/>
                    </a:moveTo>
                    <a:cubicBezTo>
                      <a:pt x="392906" y="1606508"/>
                      <a:pt x="785813" y="1604921"/>
                      <a:pt x="1047750" y="1465221"/>
                    </a:cubicBezTo>
                    <a:cubicBezTo>
                      <a:pt x="1309688" y="1325521"/>
                      <a:pt x="1306513" y="957221"/>
                      <a:pt x="1571625" y="769896"/>
                    </a:cubicBezTo>
                    <a:cubicBezTo>
                      <a:pt x="1836738" y="582571"/>
                      <a:pt x="2308225" y="458746"/>
                      <a:pt x="2638425" y="341271"/>
                    </a:cubicBezTo>
                    <a:cubicBezTo>
                      <a:pt x="2968625" y="223796"/>
                      <a:pt x="3514725" y="119021"/>
                      <a:pt x="3552825" y="65046"/>
                    </a:cubicBezTo>
                    <a:cubicBezTo>
                      <a:pt x="3590925" y="11071"/>
                      <a:pt x="3244850" y="-22267"/>
                      <a:pt x="2867025" y="17421"/>
                    </a:cubicBezTo>
                    <a:cubicBezTo>
                      <a:pt x="2489200" y="57108"/>
                      <a:pt x="1760537" y="249196"/>
                      <a:pt x="1285875" y="303171"/>
                    </a:cubicBezTo>
                    <a:cubicBezTo>
                      <a:pt x="811213" y="357146"/>
                      <a:pt x="415131" y="349208"/>
                      <a:pt x="19050" y="341271"/>
                    </a:cubicBezTo>
                  </a:path>
                </a:pathLst>
              </a:cu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pic>
        <p:nvPicPr>
          <p:cNvPr id="55" name="图片 54">
            <a:extLst>
              <a:ext uri="{FF2B5EF4-FFF2-40B4-BE49-F238E27FC236}">
                <a16:creationId xmlns:a16="http://schemas.microsoft.com/office/drawing/2014/main" id="{A3048B3B-6845-276C-2F46-617B181BC2EB}"/>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10359550" y="1646260"/>
            <a:ext cx="2162530" cy="1528289"/>
          </a:xfrm>
          <a:prstGeom prst="rect">
            <a:avLst/>
          </a:prstGeom>
        </p:spPr>
      </p:pic>
      <p:sp>
        <p:nvSpPr>
          <p:cNvPr id="56" name="文本框 55">
            <a:extLst>
              <a:ext uri="{FF2B5EF4-FFF2-40B4-BE49-F238E27FC236}">
                <a16:creationId xmlns:a16="http://schemas.microsoft.com/office/drawing/2014/main" id="{4522D9B5-A52A-9463-EEAD-67D9770CE3D8}"/>
              </a:ext>
            </a:extLst>
          </p:cNvPr>
          <p:cNvSpPr txBox="1"/>
          <p:nvPr/>
        </p:nvSpPr>
        <p:spPr>
          <a:xfrm>
            <a:off x="-3402544" y="1658445"/>
            <a:ext cx="1258358" cy="430887"/>
          </a:xfrm>
          <a:prstGeom prst="rect">
            <a:avLst/>
          </a:prstGeom>
          <a:noFill/>
        </p:spPr>
        <p:txBody>
          <a:bodyPr wrap="none" lIns="0" tIns="0" rIns="0" bIns="0" rtlCol="0">
            <a:spAutoFit/>
          </a:bodyPr>
          <a:lstStyle/>
          <a:p>
            <a:pPr algn="ctr"/>
            <a:r>
              <a:rPr lang="en-US" altLang="zh-CN" sz="1400" b="1" dirty="0">
                <a:solidFill>
                  <a:srgbClr val="002060"/>
                </a:solidFill>
                <a:latin typeface="微软雅黑" panose="020B0503020204020204" pitchFamily="34" charset="-122"/>
                <a:ea typeface="微软雅黑" panose="020B0503020204020204" pitchFamily="34" charset="-122"/>
                <a:cs typeface="Arial" pitchFamily="34" charset="0"/>
              </a:rPr>
              <a:t>TAW</a:t>
            </a:r>
          </a:p>
          <a:p>
            <a:pPr algn="ctr"/>
            <a:r>
              <a:rPr lang="en-US" altLang="zh-CN" sz="1400" b="1" dirty="0">
                <a:solidFill>
                  <a:srgbClr val="002060"/>
                </a:solidFill>
                <a:latin typeface="微软雅黑" panose="020B0503020204020204" pitchFamily="34" charset="-122"/>
                <a:ea typeface="微软雅黑" panose="020B0503020204020204" pitchFamily="34" charset="-122"/>
                <a:cs typeface="Arial" pitchFamily="34" charset="0"/>
              </a:rPr>
              <a:t>Configuration</a:t>
            </a:r>
            <a:endParaRPr lang="zh-CN" altLang="en-US" sz="1400" b="1" dirty="0">
              <a:solidFill>
                <a:srgbClr val="002060"/>
              </a:solidFill>
              <a:latin typeface="微软雅黑" panose="020B0503020204020204" pitchFamily="34" charset="-122"/>
              <a:ea typeface="微软雅黑" panose="020B0503020204020204" pitchFamily="34" charset="-122"/>
              <a:cs typeface="Arial" pitchFamily="34" charset="0"/>
            </a:endParaRPr>
          </a:p>
        </p:txBody>
      </p:sp>
      <p:sp>
        <p:nvSpPr>
          <p:cNvPr id="57" name="文本框 56">
            <a:extLst>
              <a:ext uri="{FF2B5EF4-FFF2-40B4-BE49-F238E27FC236}">
                <a16:creationId xmlns:a16="http://schemas.microsoft.com/office/drawing/2014/main" id="{85825A77-0557-2EA5-D889-7949EE4A6163}"/>
              </a:ext>
            </a:extLst>
          </p:cNvPr>
          <p:cNvSpPr txBox="1"/>
          <p:nvPr/>
        </p:nvSpPr>
        <p:spPr>
          <a:xfrm>
            <a:off x="10300893" y="1769066"/>
            <a:ext cx="1258358" cy="430887"/>
          </a:xfrm>
          <a:prstGeom prst="rect">
            <a:avLst/>
          </a:prstGeom>
          <a:noFill/>
        </p:spPr>
        <p:txBody>
          <a:bodyPr wrap="none" lIns="0" tIns="0" rIns="0" bIns="0" rtlCol="0">
            <a:spAutoFit/>
          </a:bodyPr>
          <a:lstStyle/>
          <a:p>
            <a:pPr algn="ctr"/>
            <a:r>
              <a:rPr lang="en-US" altLang="zh-CN" sz="1400" b="1" dirty="0">
                <a:solidFill>
                  <a:srgbClr val="002060"/>
                </a:solidFill>
                <a:latin typeface="微软雅黑" panose="020B0503020204020204" pitchFamily="34" charset="-122"/>
                <a:ea typeface="微软雅黑" panose="020B0503020204020204" pitchFamily="34" charset="-122"/>
                <a:cs typeface="Arial" pitchFamily="34" charset="0"/>
              </a:rPr>
              <a:t>BWB</a:t>
            </a:r>
          </a:p>
          <a:p>
            <a:pPr algn="ctr"/>
            <a:r>
              <a:rPr lang="en-US" altLang="zh-CN" sz="1400" b="1" dirty="0">
                <a:solidFill>
                  <a:srgbClr val="002060"/>
                </a:solidFill>
                <a:latin typeface="微软雅黑" panose="020B0503020204020204" pitchFamily="34" charset="-122"/>
                <a:ea typeface="微软雅黑" panose="020B0503020204020204" pitchFamily="34" charset="-122"/>
                <a:cs typeface="Arial" pitchFamily="34" charset="0"/>
              </a:rPr>
              <a:t>Configuration</a:t>
            </a:r>
            <a:endParaRPr lang="zh-CN" altLang="en-US" sz="1400" b="1" dirty="0">
              <a:solidFill>
                <a:srgbClr val="002060"/>
              </a:solidFill>
              <a:latin typeface="微软雅黑" panose="020B0503020204020204" pitchFamily="34" charset="-122"/>
              <a:ea typeface="微软雅黑" panose="020B0503020204020204" pitchFamily="34" charset="-122"/>
              <a:cs typeface="Arial" pitchFamily="34" charset="0"/>
            </a:endParaRPr>
          </a:p>
        </p:txBody>
      </p:sp>
      <p:pic>
        <p:nvPicPr>
          <p:cNvPr id="59" name="图片 58">
            <a:extLst>
              <a:ext uri="{FF2B5EF4-FFF2-40B4-BE49-F238E27FC236}">
                <a16:creationId xmlns:a16="http://schemas.microsoft.com/office/drawing/2014/main" id="{561435C7-34F2-9FA3-7E5A-439D7C91E2B1}"/>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700691" y="1646260"/>
            <a:ext cx="2071880" cy="1528289"/>
          </a:xfrm>
          <a:prstGeom prst="rect">
            <a:avLst/>
          </a:prstGeom>
        </p:spPr>
      </p:pic>
      <p:pic>
        <p:nvPicPr>
          <p:cNvPr id="60" name="图片 59">
            <a:extLst>
              <a:ext uri="{FF2B5EF4-FFF2-40B4-BE49-F238E27FC236}">
                <a16:creationId xmlns:a16="http://schemas.microsoft.com/office/drawing/2014/main" id="{DD19484D-0C4E-FA89-157A-D13EBA7E65F8}"/>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6733790" y="1646260"/>
            <a:ext cx="2162530" cy="1528289"/>
          </a:xfrm>
          <a:prstGeom prst="rect">
            <a:avLst/>
          </a:prstGeom>
        </p:spPr>
      </p:pic>
      <p:sp>
        <p:nvSpPr>
          <p:cNvPr id="61" name="文本框 60">
            <a:extLst>
              <a:ext uri="{FF2B5EF4-FFF2-40B4-BE49-F238E27FC236}">
                <a16:creationId xmlns:a16="http://schemas.microsoft.com/office/drawing/2014/main" id="{F0716F98-F9B5-4CC8-E7EB-734022B8C367}"/>
              </a:ext>
            </a:extLst>
          </p:cNvPr>
          <p:cNvSpPr txBox="1"/>
          <p:nvPr/>
        </p:nvSpPr>
        <p:spPr>
          <a:xfrm>
            <a:off x="604533" y="1747345"/>
            <a:ext cx="1258358" cy="430887"/>
          </a:xfrm>
          <a:prstGeom prst="rect">
            <a:avLst/>
          </a:prstGeom>
          <a:noFill/>
        </p:spPr>
        <p:txBody>
          <a:bodyPr wrap="none" lIns="0" tIns="0" rIns="0" bIns="0" rtlCol="0">
            <a:spAutoFit/>
          </a:bodyPr>
          <a:lstStyle/>
          <a:p>
            <a:pPr algn="ctr"/>
            <a:r>
              <a:rPr lang="en-US" altLang="zh-CN" sz="1400" b="1" dirty="0">
                <a:solidFill>
                  <a:srgbClr val="002060"/>
                </a:solidFill>
                <a:latin typeface="微软雅黑" panose="020B0503020204020204" pitchFamily="34" charset="-122"/>
                <a:ea typeface="微软雅黑" panose="020B0503020204020204" pitchFamily="34" charset="-122"/>
                <a:cs typeface="Arial" pitchFamily="34" charset="0"/>
              </a:rPr>
              <a:t>TAW</a:t>
            </a:r>
          </a:p>
          <a:p>
            <a:pPr algn="ctr"/>
            <a:r>
              <a:rPr lang="en-US" altLang="zh-CN" sz="1400" b="1" dirty="0">
                <a:solidFill>
                  <a:srgbClr val="002060"/>
                </a:solidFill>
                <a:latin typeface="微软雅黑" panose="020B0503020204020204" pitchFamily="34" charset="-122"/>
                <a:ea typeface="微软雅黑" panose="020B0503020204020204" pitchFamily="34" charset="-122"/>
                <a:cs typeface="Arial" pitchFamily="34" charset="0"/>
              </a:rPr>
              <a:t>Configuration</a:t>
            </a:r>
            <a:endParaRPr lang="zh-CN" altLang="en-US" sz="1400" b="1" dirty="0">
              <a:solidFill>
                <a:srgbClr val="002060"/>
              </a:solidFill>
              <a:latin typeface="微软雅黑" panose="020B0503020204020204" pitchFamily="34" charset="-122"/>
              <a:ea typeface="微软雅黑" panose="020B0503020204020204" pitchFamily="34" charset="-122"/>
              <a:cs typeface="Arial" pitchFamily="34" charset="0"/>
            </a:endParaRPr>
          </a:p>
        </p:txBody>
      </p:sp>
      <p:sp>
        <p:nvSpPr>
          <p:cNvPr id="62" name="文本框 61">
            <a:extLst>
              <a:ext uri="{FF2B5EF4-FFF2-40B4-BE49-F238E27FC236}">
                <a16:creationId xmlns:a16="http://schemas.microsoft.com/office/drawing/2014/main" id="{AF148EF1-183A-ABB9-D245-378B8C44E4A4}"/>
              </a:ext>
            </a:extLst>
          </p:cNvPr>
          <p:cNvSpPr txBox="1"/>
          <p:nvPr/>
        </p:nvSpPr>
        <p:spPr>
          <a:xfrm>
            <a:off x="6669480" y="1743666"/>
            <a:ext cx="1258358" cy="430887"/>
          </a:xfrm>
          <a:prstGeom prst="rect">
            <a:avLst/>
          </a:prstGeom>
          <a:noFill/>
        </p:spPr>
        <p:txBody>
          <a:bodyPr wrap="none" lIns="0" tIns="0" rIns="0" bIns="0" rtlCol="0">
            <a:spAutoFit/>
          </a:bodyPr>
          <a:lstStyle/>
          <a:p>
            <a:pPr algn="ctr"/>
            <a:r>
              <a:rPr lang="en-US" altLang="zh-CN" sz="1400" b="1" dirty="0">
                <a:solidFill>
                  <a:srgbClr val="002060"/>
                </a:solidFill>
                <a:latin typeface="微软雅黑" panose="020B0503020204020204" pitchFamily="34" charset="-122"/>
                <a:ea typeface="微软雅黑" panose="020B0503020204020204" pitchFamily="34" charset="-122"/>
                <a:cs typeface="Arial" pitchFamily="34" charset="0"/>
              </a:rPr>
              <a:t>BWB</a:t>
            </a:r>
          </a:p>
          <a:p>
            <a:pPr algn="ctr"/>
            <a:r>
              <a:rPr lang="en-US" altLang="zh-CN" sz="1400" b="1" dirty="0">
                <a:solidFill>
                  <a:srgbClr val="002060"/>
                </a:solidFill>
                <a:latin typeface="微软雅黑" panose="020B0503020204020204" pitchFamily="34" charset="-122"/>
                <a:ea typeface="微软雅黑" panose="020B0503020204020204" pitchFamily="34" charset="-122"/>
                <a:cs typeface="Arial" pitchFamily="34" charset="0"/>
              </a:rPr>
              <a:t>Configuration</a:t>
            </a:r>
            <a:endParaRPr lang="zh-CN" altLang="en-US" sz="1400" b="1" dirty="0">
              <a:solidFill>
                <a:srgbClr val="002060"/>
              </a:solidFill>
              <a:latin typeface="微软雅黑" panose="020B0503020204020204" pitchFamily="34" charset="-122"/>
              <a:ea typeface="微软雅黑" panose="020B0503020204020204" pitchFamily="34" charset="-122"/>
              <a:cs typeface="Arial" pitchFamily="34" charset="0"/>
            </a:endParaRPr>
          </a:p>
        </p:txBody>
      </p:sp>
      <p:sp>
        <p:nvSpPr>
          <p:cNvPr id="63" name="文本框 62">
            <a:extLst>
              <a:ext uri="{FF2B5EF4-FFF2-40B4-BE49-F238E27FC236}">
                <a16:creationId xmlns:a16="http://schemas.microsoft.com/office/drawing/2014/main" id="{506B4C59-B172-2DF7-083D-A9E5DB88EE29}"/>
              </a:ext>
            </a:extLst>
          </p:cNvPr>
          <p:cNvSpPr txBox="1"/>
          <p:nvPr/>
        </p:nvSpPr>
        <p:spPr>
          <a:xfrm>
            <a:off x="2328176" y="675856"/>
            <a:ext cx="4486788" cy="307777"/>
          </a:xfrm>
          <a:prstGeom prst="rect">
            <a:avLst/>
          </a:prstGeom>
          <a:noFill/>
        </p:spPr>
        <p:txBody>
          <a:bodyPr wrap="square" lIns="0" tIns="0" rIns="0" bIns="0" rtlCol="0">
            <a:spAutoFit/>
          </a:bodyPr>
          <a:lstStyle/>
          <a:p>
            <a:pPr algn="ctr" fontAlgn="auto">
              <a:spcBef>
                <a:spcPts val="0"/>
              </a:spcBef>
              <a:spcAft>
                <a:spcPts val="0"/>
              </a:spcAft>
            </a:pPr>
            <a:r>
              <a:rPr lang="en-US" altLang="zh-CN" sz="2000" b="1" dirty="0">
                <a:solidFill>
                  <a:srgbClr val="C00000"/>
                </a:solidFill>
                <a:latin typeface="微软雅黑" panose="020B0503020204020204" pitchFamily="34" charset="-122"/>
                <a:ea typeface="微软雅黑" panose="020B0503020204020204" pitchFamily="34" charset="-122"/>
                <a:cs typeface="Arial" pitchFamily="34" charset="0"/>
              </a:rPr>
              <a:t>What about upsizing the aircraft</a:t>
            </a:r>
            <a:r>
              <a:rPr lang="zh-CN" altLang="en-US" sz="2000" b="1" dirty="0">
                <a:solidFill>
                  <a:srgbClr val="C00000"/>
                </a:solidFill>
                <a:latin typeface="微软雅黑" panose="020B0503020204020204" pitchFamily="34" charset="-122"/>
                <a:ea typeface="微软雅黑" panose="020B0503020204020204" pitchFamily="34" charset="-122"/>
                <a:cs typeface="Arial" pitchFamily="34" charset="0"/>
              </a:rPr>
              <a:t>？</a:t>
            </a:r>
          </a:p>
        </p:txBody>
      </p:sp>
    </p:spTree>
    <p:extLst>
      <p:ext uri="{BB962C8B-B14F-4D97-AF65-F5344CB8AC3E}">
        <p14:creationId xmlns:p14="http://schemas.microsoft.com/office/powerpoint/2010/main" val="100232962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4" name="直接连接符 53">
            <a:extLst>
              <a:ext uri="{FF2B5EF4-FFF2-40B4-BE49-F238E27FC236}">
                <a16:creationId xmlns:a16="http://schemas.microsoft.com/office/drawing/2014/main" id="{F8891370-717D-D35C-5101-2BEFECDD7303}"/>
              </a:ext>
            </a:extLst>
          </p:cNvPr>
          <p:cNvCxnSpPr/>
          <p:nvPr/>
        </p:nvCxnSpPr>
        <p:spPr>
          <a:xfrm>
            <a:off x="3992247" y="1737219"/>
            <a:ext cx="1197260" cy="0"/>
          </a:xfrm>
          <a:prstGeom prst="line">
            <a:avLst/>
          </a:prstGeom>
          <a:noFill/>
          <a:ln w="50800" cap="flat" cmpd="sng" algn="ctr">
            <a:solidFill>
              <a:srgbClr val="4472C4"/>
            </a:solidFill>
            <a:prstDash val="solid"/>
          </a:ln>
          <a:effectLst/>
        </p:spPr>
      </p:cxnSp>
      <p:sp>
        <p:nvSpPr>
          <p:cNvPr id="8" name="Title 1">
            <a:extLst>
              <a:ext uri="{FF2B5EF4-FFF2-40B4-BE49-F238E27FC236}">
                <a16:creationId xmlns:a16="http://schemas.microsoft.com/office/drawing/2014/main" id="{893A75F8-F0AB-2FFF-C1B8-E0C475E6CEAA}"/>
              </a:ext>
            </a:extLst>
          </p:cNvPr>
          <p:cNvSpPr>
            <a:spLocks noGrp="1"/>
          </p:cNvSpPr>
          <p:nvPr>
            <p:ph type="title"/>
          </p:nvPr>
        </p:nvSpPr>
        <p:spPr>
          <a:xfrm>
            <a:off x="457200" y="10913"/>
            <a:ext cx="8229600" cy="534392"/>
          </a:xfrm>
        </p:spPr>
        <p:txBody>
          <a:bodyPr/>
          <a:lstStyle/>
          <a:p>
            <a:r>
              <a:rPr lang="en-US" b="1" dirty="0"/>
              <a:t>1. Background &amp; Motivation</a:t>
            </a:r>
          </a:p>
        </p:txBody>
      </p:sp>
      <p:pic>
        <p:nvPicPr>
          <p:cNvPr id="9" name="图片 8">
            <a:extLst>
              <a:ext uri="{FF2B5EF4-FFF2-40B4-BE49-F238E27FC236}">
                <a16:creationId xmlns:a16="http://schemas.microsoft.com/office/drawing/2014/main" id="{FEC28454-0CAE-5529-DE47-8FD4BB2E46AC}"/>
              </a:ext>
            </a:extLst>
          </p:cNvPr>
          <p:cNvPicPr>
            <a:picLocks noChangeAspect="1"/>
          </p:cNvPicPr>
          <p:nvPr/>
        </p:nvPicPr>
        <p:blipFill>
          <a:blip r:embed="rId3"/>
          <a:stretch>
            <a:fillRect/>
          </a:stretch>
        </p:blipFill>
        <p:spPr>
          <a:xfrm>
            <a:off x="4007743" y="1293463"/>
            <a:ext cx="262175" cy="418356"/>
          </a:xfrm>
          <a:prstGeom prst="rect">
            <a:avLst/>
          </a:prstGeom>
        </p:spPr>
      </p:pic>
      <p:pic>
        <p:nvPicPr>
          <p:cNvPr id="10" name="图片 9">
            <a:extLst>
              <a:ext uri="{FF2B5EF4-FFF2-40B4-BE49-F238E27FC236}">
                <a16:creationId xmlns:a16="http://schemas.microsoft.com/office/drawing/2014/main" id="{4A3D313B-5A9D-F2BA-8186-8C1CBD070CCC}"/>
              </a:ext>
            </a:extLst>
          </p:cNvPr>
          <p:cNvPicPr>
            <a:picLocks noChangeAspect="1"/>
          </p:cNvPicPr>
          <p:nvPr/>
        </p:nvPicPr>
        <p:blipFill>
          <a:blip r:embed="rId3"/>
          <a:stretch>
            <a:fillRect/>
          </a:stretch>
        </p:blipFill>
        <p:spPr>
          <a:xfrm>
            <a:off x="4269918" y="1293463"/>
            <a:ext cx="262175" cy="418356"/>
          </a:xfrm>
          <a:prstGeom prst="rect">
            <a:avLst/>
          </a:prstGeom>
        </p:spPr>
      </p:pic>
      <p:pic>
        <p:nvPicPr>
          <p:cNvPr id="11" name="图片 10">
            <a:extLst>
              <a:ext uri="{FF2B5EF4-FFF2-40B4-BE49-F238E27FC236}">
                <a16:creationId xmlns:a16="http://schemas.microsoft.com/office/drawing/2014/main" id="{F935CA35-1774-604E-6B78-9EC25E059DFE}"/>
              </a:ext>
            </a:extLst>
          </p:cNvPr>
          <p:cNvPicPr>
            <a:picLocks noChangeAspect="1"/>
          </p:cNvPicPr>
          <p:nvPr/>
        </p:nvPicPr>
        <p:blipFill>
          <a:blip r:embed="rId3"/>
          <a:stretch>
            <a:fillRect/>
          </a:stretch>
        </p:blipFill>
        <p:spPr>
          <a:xfrm>
            <a:off x="4657537" y="1293463"/>
            <a:ext cx="262175" cy="418356"/>
          </a:xfrm>
          <a:prstGeom prst="rect">
            <a:avLst/>
          </a:prstGeom>
        </p:spPr>
      </p:pic>
      <p:pic>
        <p:nvPicPr>
          <p:cNvPr id="12" name="图片 11">
            <a:extLst>
              <a:ext uri="{FF2B5EF4-FFF2-40B4-BE49-F238E27FC236}">
                <a16:creationId xmlns:a16="http://schemas.microsoft.com/office/drawing/2014/main" id="{48E1309F-F4D9-6172-5FDC-8D4534DE6B63}"/>
              </a:ext>
            </a:extLst>
          </p:cNvPr>
          <p:cNvPicPr>
            <a:picLocks noChangeAspect="1"/>
          </p:cNvPicPr>
          <p:nvPr/>
        </p:nvPicPr>
        <p:blipFill>
          <a:blip r:embed="rId3"/>
          <a:stretch>
            <a:fillRect/>
          </a:stretch>
        </p:blipFill>
        <p:spPr>
          <a:xfrm>
            <a:off x="4919712" y="1293463"/>
            <a:ext cx="262175" cy="418356"/>
          </a:xfrm>
          <a:prstGeom prst="rect">
            <a:avLst/>
          </a:prstGeom>
        </p:spPr>
      </p:pic>
      <p:sp>
        <p:nvSpPr>
          <p:cNvPr id="14" name="任意多边形: 形状 13">
            <a:extLst>
              <a:ext uri="{FF2B5EF4-FFF2-40B4-BE49-F238E27FC236}">
                <a16:creationId xmlns:a16="http://schemas.microsoft.com/office/drawing/2014/main" id="{7608D954-5395-FAEC-3967-0E0616D0B5E2}"/>
              </a:ext>
            </a:extLst>
          </p:cNvPr>
          <p:cNvSpPr/>
          <p:nvPr/>
        </p:nvSpPr>
        <p:spPr>
          <a:xfrm>
            <a:off x="4002321" y="1130483"/>
            <a:ext cx="1184988" cy="683809"/>
          </a:xfrm>
          <a:custGeom>
            <a:avLst/>
            <a:gdLst>
              <a:gd name="csX0" fmla="*/ 103414 w 2172517"/>
              <a:gd name="csY0" fmla="*/ 0 h 1260377"/>
              <a:gd name="csX1" fmla="*/ 2069103 w 2172517"/>
              <a:gd name="csY1" fmla="*/ 0 h 1260377"/>
              <a:gd name="csX2" fmla="*/ 2071268 w 2172517"/>
              <a:gd name="csY2" fmla="*/ 437 h 1260377"/>
              <a:gd name="csX3" fmla="*/ 2115045 w 2172517"/>
              <a:gd name="csY3" fmla="*/ 72497 h 1260377"/>
              <a:gd name="csX4" fmla="*/ 2164314 w 2172517"/>
              <a:gd name="csY4" fmla="*/ 174772 h 1260377"/>
              <a:gd name="csX5" fmla="*/ 2172517 w 2172517"/>
              <a:gd name="csY5" fmla="*/ 197185 h 1260377"/>
              <a:gd name="csX6" fmla="*/ 2172517 w 2172517"/>
              <a:gd name="csY6" fmla="*/ 1063192 h 1260377"/>
              <a:gd name="csX7" fmla="*/ 2164314 w 2172517"/>
              <a:gd name="csY7" fmla="*/ 1085605 h 1260377"/>
              <a:gd name="csX8" fmla="*/ 2115045 w 2172517"/>
              <a:gd name="csY8" fmla="*/ 1187880 h 1260377"/>
              <a:gd name="csX9" fmla="*/ 2071267 w 2172517"/>
              <a:gd name="csY9" fmla="*/ 1259940 h 1260377"/>
              <a:gd name="csX10" fmla="*/ 2069103 w 2172517"/>
              <a:gd name="csY10" fmla="*/ 1260377 h 1260377"/>
              <a:gd name="csX11" fmla="*/ 103414 w 2172517"/>
              <a:gd name="csY11" fmla="*/ 1260377 h 1260377"/>
              <a:gd name="csX12" fmla="*/ 101249 w 2172517"/>
              <a:gd name="csY12" fmla="*/ 1259940 h 1260377"/>
              <a:gd name="csX13" fmla="*/ 57471 w 2172517"/>
              <a:gd name="csY13" fmla="*/ 1187880 h 1260377"/>
              <a:gd name="csX14" fmla="*/ 8203 w 2172517"/>
              <a:gd name="csY14" fmla="*/ 1085605 h 1260377"/>
              <a:gd name="csX15" fmla="*/ 0 w 2172517"/>
              <a:gd name="csY15" fmla="*/ 1063194 h 1260377"/>
              <a:gd name="csX16" fmla="*/ 0 w 2172517"/>
              <a:gd name="csY16" fmla="*/ 197182 h 1260377"/>
              <a:gd name="csX17" fmla="*/ 8203 w 2172517"/>
              <a:gd name="csY17" fmla="*/ 174772 h 1260377"/>
              <a:gd name="csX18" fmla="*/ 57471 w 2172517"/>
              <a:gd name="csY18" fmla="*/ 72497 h 1260377"/>
              <a:gd name="csX19" fmla="*/ 101248 w 2172517"/>
              <a:gd name="csY19" fmla="*/ 438 h 12603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2172517" h="1260377">
                <a:moveTo>
                  <a:pt x="103414" y="0"/>
                </a:moveTo>
                <a:lnTo>
                  <a:pt x="2069103" y="0"/>
                </a:lnTo>
                <a:lnTo>
                  <a:pt x="2071268" y="437"/>
                </a:lnTo>
                <a:lnTo>
                  <a:pt x="2115045" y="72497"/>
                </a:lnTo>
                <a:cubicBezTo>
                  <a:pt x="2133057" y="105653"/>
                  <a:pt x="2149512" y="139777"/>
                  <a:pt x="2164314" y="174772"/>
                </a:cubicBezTo>
                <a:lnTo>
                  <a:pt x="2172517" y="197185"/>
                </a:lnTo>
                <a:lnTo>
                  <a:pt x="2172517" y="1063192"/>
                </a:lnTo>
                <a:lnTo>
                  <a:pt x="2164314" y="1085605"/>
                </a:lnTo>
                <a:cubicBezTo>
                  <a:pt x="2149512" y="1120599"/>
                  <a:pt x="2133057" y="1154723"/>
                  <a:pt x="2115045" y="1187880"/>
                </a:cubicBezTo>
                <a:lnTo>
                  <a:pt x="2071267" y="1259940"/>
                </a:lnTo>
                <a:lnTo>
                  <a:pt x="2069103" y="1260377"/>
                </a:lnTo>
                <a:lnTo>
                  <a:pt x="103414" y="1260377"/>
                </a:lnTo>
                <a:lnTo>
                  <a:pt x="101249" y="1259940"/>
                </a:lnTo>
                <a:lnTo>
                  <a:pt x="57471" y="1187880"/>
                </a:lnTo>
                <a:cubicBezTo>
                  <a:pt x="39459" y="1154723"/>
                  <a:pt x="23004" y="1120599"/>
                  <a:pt x="8203" y="1085605"/>
                </a:cubicBezTo>
                <a:lnTo>
                  <a:pt x="0" y="1063194"/>
                </a:lnTo>
                <a:lnTo>
                  <a:pt x="0" y="197182"/>
                </a:lnTo>
                <a:lnTo>
                  <a:pt x="8203" y="174772"/>
                </a:lnTo>
                <a:cubicBezTo>
                  <a:pt x="23004" y="139777"/>
                  <a:pt x="39459" y="105653"/>
                  <a:pt x="57471" y="72497"/>
                </a:cubicBezTo>
                <a:lnTo>
                  <a:pt x="101248" y="438"/>
                </a:lnTo>
                <a:close/>
              </a:path>
            </a:pathLst>
          </a:custGeom>
          <a:no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17" name="图片 16">
            <a:extLst>
              <a:ext uri="{FF2B5EF4-FFF2-40B4-BE49-F238E27FC236}">
                <a16:creationId xmlns:a16="http://schemas.microsoft.com/office/drawing/2014/main" id="{A57CC03B-C625-83B3-3E05-104932E8011E}"/>
              </a:ext>
            </a:extLst>
          </p:cNvPr>
          <p:cNvPicPr>
            <a:picLocks noChangeAspect="1"/>
          </p:cNvPicPr>
          <p:nvPr/>
        </p:nvPicPr>
        <p:blipFill>
          <a:blip r:embed="rId3"/>
          <a:stretch>
            <a:fillRect/>
          </a:stretch>
        </p:blipFill>
        <p:spPr>
          <a:xfrm>
            <a:off x="1784443" y="2998366"/>
            <a:ext cx="239694" cy="382483"/>
          </a:xfrm>
          <a:prstGeom prst="rect">
            <a:avLst/>
          </a:prstGeom>
        </p:spPr>
      </p:pic>
      <p:sp>
        <p:nvSpPr>
          <p:cNvPr id="18" name="任意多边形: 形状 17">
            <a:extLst>
              <a:ext uri="{FF2B5EF4-FFF2-40B4-BE49-F238E27FC236}">
                <a16:creationId xmlns:a16="http://schemas.microsoft.com/office/drawing/2014/main" id="{65DA5632-5E0E-3B5A-B7DA-C695CC3B693B}"/>
              </a:ext>
            </a:extLst>
          </p:cNvPr>
          <p:cNvSpPr>
            <a:spLocks noChangeAspect="1"/>
          </p:cNvSpPr>
          <p:nvPr/>
        </p:nvSpPr>
        <p:spPr>
          <a:xfrm flipV="1">
            <a:off x="1830993" y="3474536"/>
            <a:ext cx="973568" cy="262812"/>
          </a:xfrm>
          <a:custGeom>
            <a:avLst/>
            <a:gdLst>
              <a:gd name="csX0" fmla="*/ 0 w 1933575"/>
              <a:gd name="csY0" fmla="*/ 524753 h 524753"/>
              <a:gd name="csX1" fmla="*/ 183356 w 1933575"/>
              <a:gd name="csY1" fmla="*/ 293772 h 524753"/>
              <a:gd name="csX2" fmla="*/ 450056 w 1933575"/>
              <a:gd name="csY2" fmla="*/ 119940 h 524753"/>
              <a:gd name="csX3" fmla="*/ 878681 w 1933575"/>
              <a:gd name="csY3" fmla="*/ 3259 h 524753"/>
              <a:gd name="csX4" fmla="*/ 1316831 w 1933575"/>
              <a:gd name="csY4" fmla="*/ 53265 h 524753"/>
              <a:gd name="csX5" fmla="*/ 1702594 w 1933575"/>
              <a:gd name="csY5" fmla="*/ 265197 h 524753"/>
              <a:gd name="csX6" fmla="*/ 1933575 w 1933575"/>
              <a:gd name="csY6" fmla="*/ 524753 h 52475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33575" h="524753">
                <a:moveTo>
                  <a:pt x="0" y="524753"/>
                </a:moveTo>
                <a:cubicBezTo>
                  <a:pt x="54173" y="442997"/>
                  <a:pt x="108347" y="361241"/>
                  <a:pt x="183356" y="293772"/>
                </a:cubicBezTo>
                <a:cubicBezTo>
                  <a:pt x="258365" y="226303"/>
                  <a:pt x="334169" y="168359"/>
                  <a:pt x="450056" y="119940"/>
                </a:cubicBezTo>
                <a:cubicBezTo>
                  <a:pt x="565943" y="71521"/>
                  <a:pt x="734218" y="14372"/>
                  <a:pt x="878681" y="3259"/>
                </a:cubicBezTo>
                <a:cubicBezTo>
                  <a:pt x="1023144" y="-7854"/>
                  <a:pt x="1179512" y="9609"/>
                  <a:pt x="1316831" y="53265"/>
                </a:cubicBezTo>
                <a:cubicBezTo>
                  <a:pt x="1454150" y="96921"/>
                  <a:pt x="1599803" y="186616"/>
                  <a:pt x="1702594" y="265197"/>
                </a:cubicBezTo>
                <a:cubicBezTo>
                  <a:pt x="1805385" y="343778"/>
                  <a:pt x="1913334" y="482287"/>
                  <a:pt x="1933575" y="524753"/>
                </a:cubicBezTo>
              </a:path>
            </a:pathLst>
          </a:cu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任意多边形: 形状 18">
            <a:extLst>
              <a:ext uri="{FF2B5EF4-FFF2-40B4-BE49-F238E27FC236}">
                <a16:creationId xmlns:a16="http://schemas.microsoft.com/office/drawing/2014/main" id="{80CEC9E4-8344-B0A9-E1A4-2AF6E3B351EB}"/>
              </a:ext>
            </a:extLst>
          </p:cNvPr>
          <p:cNvSpPr>
            <a:spLocks noChangeAspect="1"/>
          </p:cNvSpPr>
          <p:nvPr/>
        </p:nvSpPr>
        <p:spPr>
          <a:xfrm>
            <a:off x="1824542" y="2582966"/>
            <a:ext cx="986845" cy="266395"/>
          </a:xfrm>
          <a:custGeom>
            <a:avLst/>
            <a:gdLst>
              <a:gd name="csX0" fmla="*/ 0 w 1933575"/>
              <a:gd name="csY0" fmla="*/ 524753 h 524753"/>
              <a:gd name="csX1" fmla="*/ 183356 w 1933575"/>
              <a:gd name="csY1" fmla="*/ 293772 h 524753"/>
              <a:gd name="csX2" fmla="*/ 450056 w 1933575"/>
              <a:gd name="csY2" fmla="*/ 119940 h 524753"/>
              <a:gd name="csX3" fmla="*/ 878681 w 1933575"/>
              <a:gd name="csY3" fmla="*/ 3259 h 524753"/>
              <a:gd name="csX4" fmla="*/ 1316831 w 1933575"/>
              <a:gd name="csY4" fmla="*/ 53265 h 524753"/>
              <a:gd name="csX5" fmla="*/ 1702594 w 1933575"/>
              <a:gd name="csY5" fmla="*/ 265197 h 524753"/>
              <a:gd name="csX6" fmla="*/ 1933575 w 1933575"/>
              <a:gd name="csY6" fmla="*/ 524753 h 52475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33575" h="524753">
                <a:moveTo>
                  <a:pt x="0" y="524753"/>
                </a:moveTo>
                <a:cubicBezTo>
                  <a:pt x="54173" y="442997"/>
                  <a:pt x="108347" y="361241"/>
                  <a:pt x="183356" y="293772"/>
                </a:cubicBezTo>
                <a:cubicBezTo>
                  <a:pt x="258365" y="226303"/>
                  <a:pt x="334169" y="168359"/>
                  <a:pt x="450056" y="119940"/>
                </a:cubicBezTo>
                <a:cubicBezTo>
                  <a:pt x="565943" y="71521"/>
                  <a:pt x="734218" y="14372"/>
                  <a:pt x="878681" y="3259"/>
                </a:cubicBezTo>
                <a:cubicBezTo>
                  <a:pt x="1023144" y="-7854"/>
                  <a:pt x="1179512" y="9609"/>
                  <a:pt x="1316831" y="53265"/>
                </a:cubicBezTo>
                <a:cubicBezTo>
                  <a:pt x="1454150" y="96921"/>
                  <a:pt x="1599803" y="186616"/>
                  <a:pt x="1702594" y="265197"/>
                </a:cubicBezTo>
                <a:cubicBezTo>
                  <a:pt x="1805385" y="343778"/>
                  <a:pt x="1913334" y="482287"/>
                  <a:pt x="1933575" y="524753"/>
                </a:cubicBezTo>
              </a:path>
            </a:pathLst>
          </a:cu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a:extLst>
              <a:ext uri="{FF2B5EF4-FFF2-40B4-BE49-F238E27FC236}">
                <a16:creationId xmlns:a16="http://schemas.microsoft.com/office/drawing/2014/main" id="{8DCFF4A3-3F4A-BB58-4410-29DF639D3623}"/>
              </a:ext>
            </a:extLst>
          </p:cNvPr>
          <p:cNvSpPr/>
          <p:nvPr/>
        </p:nvSpPr>
        <p:spPr>
          <a:xfrm>
            <a:off x="1779487" y="2849361"/>
            <a:ext cx="1083377" cy="625174"/>
          </a:xfrm>
          <a:custGeom>
            <a:avLst/>
            <a:gdLst>
              <a:gd name="csX0" fmla="*/ 103414 w 2172517"/>
              <a:gd name="csY0" fmla="*/ 0 h 1260377"/>
              <a:gd name="csX1" fmla="*/ 2069103 w 2172517"/>
              <a:gd name="csY1" fmla="*/ 0 h 1260377"/>
              <a:gd name="csX2" fmla="*/ 2071268 w 2172517"/>
              <a:gd name="csY2" fmla="*/ 437 h 1260377"/>
              <a:gd name="csX3" fmla="*/ 2115045 w 2172517"/>
              <a:gd name="csY3" fmla="*/ 72497 h 1260377"/>
              <a:gd name="csX4" fmla="*/ 2164314 w 2172517"/>
              <a:gd name="csY4" fmla="*/ 174772 h 1260377"/>
              <a:gd name="csX5" fmla="*/ 2172517 w 2172517"/>
              <a:gd name="csY5" fmla="*/ 197185 h 1260377"/>
              <a:gd name="csX6" fmla="*/ 2172517 w 2172517"/>
              <a:gd name="csY6" fmla="*/ 1063192 h 1260377"/>
              <a:gd name="csX7" fmla="*/ 2164314 w 2172517"/>
              <a:gd name="csY7" fmla="*/ 1085605 h 1260377"/>
              <a:gd name="csX8" fmla="*/ 2115045 w 2172517"/>
              <a:gd name="csY8" fmla="*/ 1187880 h 1260377"/>
              <a:gd name="csX9" fmla="*/ 2071267 w 2172517"/>
              <a:gd name="csY9" fmla="*/ 1259940 h 1260377"/>
              <a:gd name="csX10" fmla="*/ 2069103 w 2172517"/>
              <a:gd name="csY10" fmla="*/ 1260377 h 1260377"/>
              <a:gd name="csX11" fmla="*/ 103414 w 2172517"/>
              <a:gd name="csY11" fmla="*/ 1260377 h 1260377"/>
              <a:gd name="csX12" fmla="*/ 101249 w 2172517"/>
              <a:gd name="csY12" fmla="*/ 1259940 h 1260377"/>
              <a:gd name="csX13" fmla="*/ 57471 w 2172517"/>
              <a:gd name="csY13" fmla="*/ 1187880 h 1260377"/>
              <a:gd name="csX14" fmla="*/ 8203 w 2172517"/>
              <a:gd name="csY14" fmla="*/ 1085605 h 1260377"/>
              <a:gd name="csX15" fmla="*/ 0 w 2172517"/>
              <a:gd name="csY15" fmla="*/ 1063194 h 1260377"/>
              <a:gd name="csX16" fmla="*/ 0 w 2172517"/>
              <a:gd name="csY16" fmla="*/ 197182 h 1260377"/>
              <a:gd name="csX17" fmla="*/ 8203 w 2172517"/>
              <a:gd name="csY17" fmla="*/ 174772 h 1260377"/>
              <a:gd name="csX18" fmla="*/ 57471 w 2172517"/>
              <a:gd name="csY18" fmla="*/ 72497 h 1260377"/>
              <a:gd name="csX19" fmla="*/ 101248 w 2172517"/>
              <a:gd name="csY19" fmla="*/ 438 h 12603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2172517" h="1260377">
                <a:moveTo>
                  <a:pt x="103414" y="0"/>
                </a:moveTo>
                <a:lnTo>
                  <a:pt x="2069103" y="0"/>
                </a:lnTo>
                <a:lnTo>
                  <a:pt x="2071268" y="437"/>
                </a:lnTo>
                <a:lnTo>
                  <a:pt x="2115045" y="72497"/>
                </a:lnTo>
                <a:cubicBezTo>
                  <a:pt x="2133057" y="105653"/>
                  <a:pt x="2149512" y="139777"/>
                  <a:pt x="2164314" y="174772"/>
                </a:cubicBezTo>
                <a:lnTo>
                  <a:pt x="2172517" y="197185"/>
                </a:lnTo>
                <a:lnTo>
                  <a:pt x="2172517" y="1063192"/>
                </a:lnTo>
                <a:lnTo>
                  <a:pt x="2164314" y="1085605"/>
                </a:lnTo>
                <a:cubicBezTo>
                  <a:pt x="2149512" y="1120599"/>
                  <a:pt x="2133057" y="1154723"/>
                  <a:pt x="2115045" y="1187880"/>
                </a:cubicBezTo>
                <a:lnTo>
                  <a:pt x="2071267" y="1259940"/>
                </a:lnTo>
                <a:lnTo>
                  <a:pt x="2069103" y="1260377"/>
                </a:lnTo>
                <a:lnTo>
                  <a:pt x="103414" y="1260377"/>
                </a:lnTo>
                <a:lnTo>
                  <a:pt x="101249" y="1259940"/>
                </a:lnTo>
                <a:lnTo>
                  <a:pt x="57471" y="1187880"/>
                </a:lnTo>
                <a:cubicBezTo>
                  <a:pt x="39459" y="1154723"/>
                  <a:pt x="23004" y="1120599"/>
                  <a:pt x="8203" y="1085605"/>
                </a:cubicBezTo>
                <a:lnTo>
                  <a:pt x="0" y="1063194"/>
                </a:lnTo>
                <a:lnTo>
                  <a:pt x="0" y="197182"/>
                </a:lnTo>
                <a:lnTo>
                  <a:pt x="8203" y="174772"/>
                </a:lnTo>
                <a:cubicBezTo>
                  <a:pt x="23004" y="139777"/>
                  <a:pt x="39459" y="105653"/>
                  <a:pt x="57471" y="72497"/>
                </a:cubicBezTo>
                <a:lnTo>
                  <a:pt x="101248" y="438"/>
                </a:lnTo>
                <a:close/>
              </a:path>
            </a:pathLst>
          </a:custGeom>
          <a:no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21" name="图片 20">
            <a:extLst>
              <a:ext uri="{FF2B5EF4-FFF2-40B4-BE49-F238E27FC236}">
                <a16:creationId xmlns:a16="http://schemas.microsoft.com/office/drawing/2014/main" id="{DB90C747-A2C5-9721-368D-61CE601B602B}"/>
              </a:ext>
            </a:extLst>
          </p:cNvPr>
          <p:cNvPicPr>
            <a:picLocks noChangeAspect="1"/>
          </p:cNvPicPr>
          <p:nvPr/>
        </p:nvPicPr>
        <p:blipFill>
          <a:blip r:embed="rId3"/>
          <a:stretch>
            <a:fillRect/>
          </a:stretch>
        </p:blipFill>
        <p:spPr>
          <a:xfrm>
            <a:off x="2024138" y="2998366"/>
            <a:ext cx="239694" cy="382483"/>
          </a:xfrm>
          <a:prstGeom prst="rect">
            <a:avLst/>
          </a:prstGeom>
        </p:spPr>
      </p:pic>
      <p:pic>
        <p:nvPicPr>
          <p:cNvPr id="22" name="图片 21">
            <a:extLst>
              <a:ext uri="{FF2B5EF4-FFF2-40B4-BE49-F238E27FC236}">
                <a16:creationId xmlns:a16="http://schemas.microsoft.com/office/drawing/2014/main" id="{8A574AB3-1228-FAAE-A5FF-D5AA068B8028}"/>
              </a:ext>
            </a:extLst>
          </p:cNvPr>
          <p:cNvPicPr>
            <a:picLocks noChangeAspect="1"/>
          </p:cNvPicPr>
          <p:nvPr/>
        </p:nvPicPr>
        <p:blipFill>
          <a:blip r:embed="rId3"/>
          <a:stretch>
            <a:fillRect/>
          </a:stretch>
        </p:blipFill>
        <p:spPr>
          <a:xfrm>
            <a:off x="2378519" y="2998366"/>
            <a:ext cx="239694" cy="382483"/>
          </a:xfrm>
          <a:prstGeom prst="rect">
            <a:avLst/>
          </a:prstGeom>
        </p:spPr>
      </p:pic>
      <p:pic>
        <p:nvPicPr>
          <p:cNvPr id="23" name="图片 22">
            <a:extLst>
              <a:ext uri="{FF2B5EF4-FFF2-40B4-BE49-F238E27FC236}">
                <a16:creationId xmlns:a16="http://schemas.microsoft.com/office/drawing/2014/main" id="{9F11A1E2-2FF6-1823-DDF3-C4085BD87819}"/>
              </a:ext>
            </a:extLst>
          </p:cNvPr>
          <p:cNvPicPr>
            <a:picLocks noChangeAspect="1"/>
          </p:cNvPicPr>
          <p:nvPr/>
        </p:nvPicPr>
        <p:blipFill>
          <a:blip r:embed="rId3"/>
          <a:stretch>
            <a:fillRect/>
          </a:stretch>
        </p:blipFill>
        <p:spPr>
          <a:xfrm>
            <a:off x="2618213" y="2998366"/>
            <a:ext cx="239694" cy="382483"/>
          </a:xfrm>
          <a:prstGeom prst="rect">
            <a:avLst/>
          </a:prstGeom>
        </p:spPr>
      </p:pic>
      <p:cxnSp>
        <p:nvCxnSpPr>
          <p:cNvPr id="24" name="直接连接符 23">
            <a:extLst>
              <a:ext uri="{FF2B5EF4-FFF2-40B4-BE49-F238E27FC236}">
                <a16:creationId xmlns:a16="http://schemas.microsoft.com/office/drawing/2014/main" id="{77E24788-9037-A6D7-7431-DF11709E45E7}"/>
              </a:ext>
            </a:extLst>
          </p:cNvPr>
          <p:cNvCxnSpPr/>
          <p:nvPr/>
        </p:nvCxnSpPr>
        <p:spPr>
          <a:xfrm>
            <a:off x="1784443" y="3400569"/>
            <a:ext cx="1078421" cy="0"/>
          </a:xfrm>
          <a:prstGeom prst="line">
            <a:avLst/>
          </a:prstGeom>
          <a:ln w="50800" cmpd="sng"/>
          <a:effectLst/>
        </p:spPr>
        <p:style>
          <a:lnRef idx="2">
            <a:schemeClr val="accent1"/>
          </a:lnRef>
          <a:fillRef idx="0">
            <a:schemeClr val="accent1"/>
          </a:fillRef>
          <a:effectRef idx="1">
            <a:schemeClr val="accent1"/>
          </a:effectRef>
          <a:fontRef idx="minor">
            <a:schemeClr val="tx1"/>
          </a:fontRef>
        </p:style>
      </p:cxnSp>
      <p:sp>
        <p:nvSpPr>
          <p:cNvPr id="25" name="任意多边形: 形状 24">
            <a:extLst>
              <a:ext uri="{FF2B5EF4-FFF2-40B4-BE49-F238E27FC236}">
                <a16:creationId xmlns:a16="http://schemas.microsoft.com/office/drawing/2014/main" id="{A2182548-0E72-2112-CDDD-CA4612BB8E40}"/>
              </a:ext>
            </a:extLst>
          </p:cNvPr>
          <p:cNvSpPr/>
          <p:nvPr/>
        </p:nvSpPr>
        <p:spPr>
          <a:xfrm flipH="1">
            <a:off x="2872364" y="3246740"/>
            <a:ext cx="1210073" cy="238224"/>
          </a:xfrm>
          <a:custGeom>
            <a:avLst/>
            <a:gdLst>
              <a:gd name="csX0" fmla="*/ 3452428 w 3541880"/>
              <a:gd name="csY0" fmla="*/ 0 h 480269"/>
              <a:gd name="csX1" fmla="*/ 2269671 w 3541880"/>
              <a:gd name="csY1" fmla="*/ 59635 h 480269"/>
              <a:gd name="csX2" fmla="*/ 381237 w 3541880"/>
              <a:gd name="csY2" fmla="*/ 298174 h 480269"/>
              <a:gd name="csX3" fmla="*/ 23428 w 3541880"/>
              <a:gd name="csY3" fmla="*/ 477079 h 480269"/>
              <a:gd name="csX4" fmla="*/ 758924 w 3541880"/>
              <a:gd name="csY4" fmla="*/ 417444 h 480269"/>
              <a:gd name="csX5" fmla="*/ 1971498 w 3541880"/>
              <a:gd name="csY5" fmla="*/ 288235 h 480269"/>
              <a:gd name="csX6" fmla="*/ 2975350 w 3541880"/>
              <a:gd name="csY6" fmla="*/ 228600 h 480269"/>
              <a:gd name="csX7" fmla="*/ 3541880 w 3541880"/>
              <a:gd name="csY7" fmla="*/ 208722 h 4802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541880" h="480269">
                <a:moveTo>
                  <a:pt x="3452428" y="0"/>
                </a:moveTo>
                <a:cubicBezTo>
                  <a:pt x="3116982" y="4969"/>
                  <a:pt x="2781536" y="9939"/>
                  <a:pt x="2269671" y="59635"/>
                </a:cubicBezTo>
                <a:cubicBezTo>
                  <a:pt x="1757806" y="109331"/>
                  <a:pt x="755611" y="228600"/>
                  <a:pt x="381237" y="298174"/>
                </a:cubicBezTo>
                <a:cubicBezTo>
                  <a:pt x="6863" y="367748"/>
                  <a:pt x="-39520" y="457201"/>
                  <a:pt x="23428" y="477079"/>
                </a:cubicBezTo>
                <a:cubicBezTo>
                  <a:pt x="86376" y="496957"/>
                  <a:pt x="758924" y="417444"/>
                  <a:pt x="758924" y="417444"/>
                </a:cubicBezTo>
                <a:lnTo>
                  <a:pt x="1971498" y="288235"/>
                </a:lnTo>
                <a:cubicBezTo>
                  <a:pt x="2340902" y="256761"/>
                  <a:pt x="2713620" y="241852"/>
                  <a:pt x="2975350" y="228600"/>
                </a:cubicBezTo>
                <a:cubicBezTo>
                  <a:pt x="3237080" y="215348"/>
                  <a:pt x="3389480" y="212035"/>
                  <a:pt x="3541880" y="208722"/>
                </a:cubicBezTo>
              </a:path>
            </a:pathLst>
          </a:cu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a:extLst>
              <a:ext uri="{FF2B5EF4-FFF2-40B4-BE49-F238E27FC236}">
                <a16:creationId xmlns:a16="http://schemas.microsoft.com/office/drawing/2014/main" id="{5EB96997-D6D2-75D1-C5D3-535F1D5F89D7}"/>
              </a:ext>
            </a:extLst>
          </p:cNvPr>
          <p:cNvSpPr/>
          <p:nvPr/>
        </p:nvSpPr>
        <p:spPr>
          <a:xfrm>
            <a:off x="555923" y="3246739"/>
            <a:ext cx="1210073" cy="238224"/>
          </a:xfrm>
          <a:custGeom>
            <a:avLst/>
            <a:gdLst>
              <a:gd name="csX0" fmla="*/ 3452428 w 3541880"/>
              <a:gd name="csY0" fmla="*/ 0 h 480269"/>
              <a:gd name="csX1" fmla="*/ 2269671 w 3541880"/>
              <a:gd name="csY1" fmla="*/ 59635 h 480269"/>
              <a:gd name="csX2" fmla="*/ 381237 w 3541880"/>
              <a:gd name="csY2" fmla="*/ 298174 h 480269"/>
              <a:gd name="csX3" fmla="*/ 23428 w 3541880"/>
              <a:gd name="csY3" fmla="*/ 477079 h 480269"/>
              <a:gd name="csX4" fmla="*/ 758924 w 3541880"/>
              <a:gd name="csY4" fmla="*/ 417444 h 480269"/>
              <a:gd name="csX5" fmla="*/ 1971498 w 3541880"/>
              <a:gd name="csY5" fmla="*/ 288235 h 480269"/>
              <a:gd name="csX6" fmla="*/ 2975350 w 3541880"/>
              <a:gd name="csY6" fmla="*/ 228600 h 480269"/>
              <a:gd name="csX7" fmla="*/ 3541880 w 3541880"/>
              <a:gd name="csY7" fmla="*/ 208722 h 4802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541880" h="480269">
                <a:moveTo>
                  <a:pt x="3452428" y="0"/>
                </a:moveTo>
                <a:cubicBezTo>
                  <a:pt x="3116982" y="4969"/>
                  <a:pt x="2781536" y="9939"/>
                  <a:pt x="2269671" y="59635"/>
                </a:cubicBezTo>
                <a:cubicBezTo>
                  <a:pt x="1757806" y="109331"/>
                  <a:pt x="755611" y="228600"/>
                  <a:pt x="381237" y="298174"/>
                </a:cubicBezTo>
                <a:cubicBezTo>
                  <a:pt x="6863" y="367748"/>
                  <a:pt x="-39520" y="457201"/>
                  <a:pt x="23428" y="477079"/>
                </a:cubicBezTo>
                <a:cubicBezTo>
                  <a:pt x="86376" y="496957"/>
                  <a:pt x="758924" y="417444"/>
                  <a:pt x="758924" y="417444"/>
                </a:cubicBezTo>
                <a:lnTo>
                  <a:pt x="1971498" y="288235"/>
                </a:lnTo>
                <a:cubicBezTo>
                  <a:pt x="2340902" y="256761"/>
                  <a:pt x="2713620" y="241852"/>
                  <a:pt x="2975350" y="228600"/>
                </a:cubicBezTo>
                <a:cubicBezTo>
                  <a:pt x="3237080" y="215348"/>
                  <a:pt x="3389480" y="212035"/>
                  <a:pt x="3541880" y="208722"/>
                </a:cubicBezTo>
              </a:path>
            </a:pathLst>
          </a:cu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椭圆 26">
            <a:extLst>
              <a:ext uri="{FF2B5EF4-FFF2-40B4-BE49-F238E27FC236}">
                <a16:creationId xmlns:a16="http://schemas.microsoft.com/office/drawing/2014/main" id="{FDD4E1FA-A7F2-CAEF-55C0-3BA248CEA103}"/>
              </a:ext>
            </a:extLst>
          </p:cNvPr>
          <p:cNvSpPr>
            <a:spLocks noChangeAspect="1"/>
          </p:cNvSpPr>
          <p:nvPr/>
        </p:nvSpPr>
        <p:spPr>
          <a:xfrm>
            <a:off x="1742545" y="2581603"/>
            <a:ext cx="1166897" cy="1160691"/>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8" name="组合 27">
            <a:extLst>
              <a:ext uri="{FF2B5EF4-FFF2-40B4-BE49-F238E27FC236}">
                <a16:creationId xmlns:a16="http://schemas.microsoft.com/office/drawing/2014/main" id="{4B2835E5-49F7-4E6D-E14D-C3AF42854F96}"/>
              </a:ext>
            </a:extLst>
          </p:cNvPr>
          <p:cNvGrpSpPr>
            <a:grpSpLocks noChangeAspect="1"/>
          </p:cNvGrpSpPr>
          <p:nvPr/>
        </p:nvGrpSpPr>
        <p:grpSpPr>
          <a:xfrm>
            <a:off x="5391320" y="2648971"/>
            <a:ext cx="3115916" cy="956971"/>
            <a:chOff x="6563817" y="4176213"/>
            <a:chExt cx="5368523" cy="1657615"/>
          </a:xfrm>
        </p:grpSpPr>
        <p:pic>
          <p:nvPicPr>
            <p:cNvPr id="29" name="图片 28">
              <a:extLst>
                <a:ext uri="{FF2B5EF4-FFF2-40B4-BE49-F238E27FC236}">
                  <a16:creationId xmlns:a16="http://schemas.microsoft.com/office/drawing/2014/main" id="{8F4B8D80-A6D5-DF19-009D-26623B44BFD4}"/>
                </a:ext>
              </a:extLst>
            </p:cNvPr>
            <p:cNvPicPr>
              <a:picLocks noChangeAspect="1"/>
            </p:cNvPicPr>
            <p:nvPr/>
          </p:nvPicPr>
          <p:blipFill>
            <a:blip r:embed="rId3"/>
            <a:stretch>
              <a:fillRect/>
            </a:stretch>
          </p:blipFill>
          <p:spPr>
            <a:xfrm>
              <a:off x="8326531" y="4791423"/>
              <a:ext cx="412064" cy="661049"/>
            </a:xfrm>
            <a:prstGeom prst="rect">
              <a:avLst/>
            </a:prstGeom>
          </p:spPr>
        </p:pic>
        <p:pic>
          <p:nvPicPr>
            <p:cNvPr id="30" name="图片 29">
              <a:extLst>
                <a:ext uri="{FF2B5EF4-FFF2-40B4-BE49-F238E27FC236}">
                  <a16:creationId xmlns:a16="http://schemas.microsoft.com/office/drawing/2014/main" id="{672C251C-2E6E-253B-7575-FDA58DEBA93F}"/>
                </a:ext>
              </a:extLst>
            </p:cNvPr>
            <p:cNvPicPr>
              <a:picLocks noChangeAspect="1"/>
            </p:cNvPicPr>
            <p:nvPr/>
          </p:nvPicPr>
          <p:blipFill>
            <a:blip r:embed="rId3"/>
            <a:stretch>
              <a:fillRect/>
            </a:stretch>
          </p:blipFill>
          <p:spPr>
            <a:xfrm>
              <a:off x="8738595" y="4791423"/>
              <a:ext cx="412064" cy="661049"/>
            </a:xfrm>
            <a:prstGeom prst="rect">
              <a:avLst/>
            </a:prstGeom>
          </p:spPr>
        </p:pic>
        <p:pic>
          <p:nvPicPr>
            <p:cNvPr id="31" name="图片 30">
              <a:extLst>
                <a:ext uri="{FF2B5EF4-FFF2-40B4-BE49-F238E27FC236}">
                  <a16:creationId xmlns:a16="http://schemas.microsoft.com/office/drawing/2014/main" id="{2F9D1C19-D1EC-A209-B91E-36B60226F8C5}"/>
                </a:ext>
              </a:extLst>
            </p:cNvPr>
            <p:cNvPicPr>
              <a:picLocks noChangeAspect="1"/>
            </p:cNvPicPr>
            <p:nvPr/>
          </p:nvPicPr>
          <p:blipFill>
            <a:blip r:embed="rId3"/>
            <a:stretch>
              <a:fillRect/>
            </a:stretch>
          </p:blipFill>
          <p:spPr>
            <a:xfrm>
              <a:off x="9347818" y="4791423"/>
              <a:ext cx="412064" cy="661049"/>
            </a:xfrm>
            <a:prstGeom prst="rect">
              <a:avLst/>
            </a:prstGeom>
          </p:spPr>
        </p:pic>
        <p:pic>
          <p:nvPicPr>
            <p:cNvPr id="32" name="图片 31">
              <a:extLst>
                <a:ext uri="{FF2B5EF4-FFF2-40B4-BE49-F238E27FC236}">
                  <a16:creationId xmlns:a16="http://schemas.microsoft.com/office/drawing/2014/main" id="{8639CD9A-2600-9168-422A-83278597BAFD}"/>
                </a:ext>
              </a:extLst>
            </p:cNvPr>
            <p:cNvPicPr>
              <a:picLocks noChangeAspect="1"/>
            </p:cNvPicPr>
            <p:nvPr/>
          </p:nvPicPr>
          <p:blipFill>
            <a:blip r:embed="rId3"/>
            <a:stretch>
              <a:fillRect/>
            </a:stretch>
          </p:blipFill>
          <p:spPr>
            <a:xfrm>
              <a:off x="9759882" y="4791423"/>
              <a:ext cx="412064" cy="661049"/>
            </a:xfrm>
            <a:prstGeom prst="rect">
              <a:avLst/>
            </a:prstGeom>
          </p:spPr>
        </p:pic>
        <p:cxnSp>
          <p:nvCxnSpPr>
            <p:cNvPr id="33" name="直接连接符 32">
              <a:extLst>
                <a:ext uri="{FF2B5EF4-FFF2-40B4-BE49-F238E27FC236}">
                  <a16:creationId xmlns:a16="http://schemas.microsoft.com/office/drawing/2014/main" id="{179E6BE6-0A92-6A03-EE4E-A8B54542817F}"/>
                </a:ext>
              </a:extLst>
            </p:cNvPr>
            <p:cNvCxnSpPr/>
            <p:nvPr/>
          </p:nvCxnSpPr>
          <p:spPr>
            <a:xfrm>
              <a:off x="8326531" y="5486553"/>
              <a:ext cx="1853935" cy="0"/>
            </a:xfrm>
            <a:prstGeom prst="line">
              <a:avLst/>
            </a:prstGeom>
            <a:ln w="50800" cmpd="sng"/>
          </p:spPr>
          <p:style>
            <a:lnRef idx="2">
              <a:schemeClr val="accent1"/>
            </a:lnRef>
            <a:fillRef idx="0">
              <a:schemeClr val="accent1"/>
            </a:fillRef>
            <a:effectRef idx="1">
              <a:schemeClr val="accent1"/>
            </a:effectRef>
            <a:fontRef idx="minor">
              <a:schemeClr val="tx1"/>
            </a:fontRef>
          </p:style>
        </p:cxnSp>
        <p:sp>
          <p:nvSpPr>
            <p:cNvPr id="34" name="任意多边形: 形状 33">
              <a:extLst>
                <a:ext uri="{FF2B5EF4-FFF2-40B4-BE49-F238E27FC236}">
                  <a16:creationId xmlns:a16="http://schemas.microsoft.com/office/drawing/2014/main" id="{2FA0CCD7-B9D9-7324-F5B9-7290764D0909}"/>
                </a:ext>
              </a:extLst>
            </p:cNvPr>
            <p:cNvSpPr/>
            <p:nvPr/>
          </p:nvSpPr>
          <p:spPr>
            <a:xfrm>
              <a:off x="8318011" y="4533896"/>
              <a:ext cx="1862455" cy="1080496"/>
            </a:xfrm>
            <a:custGeom>
              <a:avLst/>
              <a:gdLst>
                <a:gd name="csX0" fmla="*/ 88655 w 1862455"/>
                <a:gd name="csY0" fmla="*/ 0 h 1080496"/>
                <a:gd name="csX1" fmla="*/ 1773800 w 1862455"/>
                <a:gd name="csY1" fmla="*/ 0 h 1080496"/>
                <a:gd name="csX2" fmla="*/ 1862455 w 1862455"/>
                <a:gd name="csY2" fmla="*/ 88655 h 1080496"/>
                <a:gd name="csX3" fmla="*/ 1862455 w 1862455"/>
                <a:gd name="csY3" fmla="*/ 950617 h 1080496"/>
                <a:gd name="csX4" fmla="*/ 1799182 w 1862455"/>
                <a:gd name="csY4" fmla="*/ 1042773 h 1080496"/>
                <a:gd name="csX5" fmla="*/ 1767703 w 1862455"/>
                <a:gd name="csY5" fmla="*/ 1080496 h 1080496"/>
                <a:gd name="csX6" fmla="*/ 105639 w 1862455"/>
                <a:gd name="csY6" fmla="*/ 1080496 h 1080496"/>
                <a:gd name="csX7" fmla="*/ 74160 w 1862455"/>
                <a:gd name="csY7" fmla="*/ 1042773 h 1080496"/>
                <a:gd name="csX8" fmla="*/ 9815 w 1862455"/>
                <a:gd name="csY8" fmla="*/ 949055 h 1080496"/>
                <a:gd name="csX9" fmla="*/ 0 w 1862455"/>
                <a:gd name="csY9" fmla="*/ 931460 h 1080496"/>
                <a:gd name="csX10" fmla="*/ 0 w 1862455"/>
                <a:gd name="csY10" fmla="*/ 88655 h 1080496"/>
                <a:gd name="csX11" fmla="*/ 88655 w 1862455"/>
                <a:gd name="csY11" fmla="*/ 0 h 10804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862455" h="1080496">
                  <a:moveTo>
                    <a:pt x="88655" y="0"/>
                  </a:moveTo>
                  <a:lnTo>
                    <a:pt x="1773800" y="0"/>
                  </a:lnTo>
                  <a:cubicBezTo>
                    <a:pt x="1822763" y="0"/>
                    <a:pt x="1862455" y="39692"/>
                    <a:pt x="1862455" y="88655"/>
                  </a:cubicBezTo>
                  <a:lnTo>
                    <a:pt x="1862455" y="950617"/>
                  </a:lnTo>
                  <a:lnTo>
                    <a:pt x="1799182" y="1042773"/>
                  </a:lnTo>
                  <a:lnTo>
                    <a:pt x="1767703" y="1080496"/>
                  </a:lnTo>
                  <a:lnTo>
                    <a:pt x="105639" y="1080496"/>
                  </a:lnTo>
                  <a:lnTo>
                    <a:pt x="74160" y="1042773"/>
                  </a:lnTo>
                  <a:cubicBezTo>
                    <a:pt x="51381" y="1012711"/>
                    <a:pt x="29901" y="981437"/>
                    <a:pt x="9815" y="949055"/>
                  </a:cubicBezTo>
                  <a:lnTo>
                    <a:pt x="0" y="931460"/>
                  </a:lnTo>
                  <a:lnTo>
                    <a:pt x="0" y="88655"/>
                  </a:lnTo>
                  <a:cubicBezTo>
                    <a:pt x="0" y="39692"/>
                    <a:pt x="39692" y="0"/>
                    <a:pt x="88655" y="0"/>
                  </a:cubicBezTo>
                  <a:close/>
                </a:path>
              </a:pathLst>
            </a:custGeom>
            <a:no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35" name="组合 34">
              <a:extLst>
                <a:ext uri="{FF2B5EF4-FFF2-40B4-BE49-F238E27FC236}">
                  <a16:creationId xmlns:a16="http://schemas.microsoft.com/office/drawing/2014/main" id="{848813EF-B9A1-5A35-4D69-EC5E99A96308}"/>
                </a:ext>
              </a:extLst>
            </p:cNvPr>
            <p:cNvGrpSpPr>
              <a:grpSpLocks noChangeAspect="1"/>
            </p:cNvGrpSpPr>
            <p:nvPr/>
          </p:nvGrpSpPr>
          <p:grpSpPr>
            <a:xfrm>
              <a:off x="6563817" y="4176213"/>
              <a:ext cx="5368523" cy="1657615"/>
              <a:chOff x="2478384" y="4183104"/>
              <a:chExt cx="7049494" cy="1608096"/>
            </a:xfrm>
          </p:grpSpPr>
          <p:sp>
            <p:nvSpPr>
              <p:cNvPr id="36" name="任意多边形: 形状 35">
                <a:extLst>
                  <a:ext uri="{FF2B5EF4-FFF2-40B4-BE49-F238E27FC236}">
                    <a16:creationId xmlns:a16="http://schemas.microsoft.com/office/drawing/2014/main" id="{024EF3D4-7CB4-E270-D457-26D9FBC06CC4}"/>
                  </a:ext>
                </a:extLst>
              </p:cNvPr>
              <p:cNvSpPr/>
              <p:nvPr/>
            </p:nvSpPr>
            <p:spPr>
              <a:xfrm>
                <a:off x="5972175" y="4183104"/>
                <a:ext cx="3555703" cy="1608096"/>
              </a:xfrm>
              <a:custGeom>
                <a:avLst/>
                <a:gdLst>
                  <a:gd name="csX0" fmla="*/ 0 w 3555703"/>
                  <a:gd name="csY0" fmla="*/ 1608096 h 1608096"/>
                  <a:gd name="csX1" fmla="*/ 1047750 w 3555703"/>
                  <a:gd name="csY1" fmla="*/ 1465221 h 1608096"/>
                  <a:gd name="csX2" fmla="*/ 1571625 w 3555703"/>
                  <a:gd name="csY2" fmla="*/ 769896 h 1608096"/>
                  <a:gd name="csX3" fmla="*/ 2638425 w 3555703"/>
                  <a:gd name="csY3" fmla="*/ 341271 h 1608096"/>
                  <a:gd name="csX4" fmla="*/ 3552825 w 3555703"/>
                  <a:gd name="csY4" fmla="*/ 65046 h 1608096"/>
                  <a:gd name="csX5" fmla="*/ 2867025 w 3555703"/>
                  <a:gd name="csY5" fmla="*/ 17421 h 1608096"/>
                  <a:gd name="csX6" fmla="*/ 1285875 w 3555703"/>
                  <a:gd name="csY6" fmla="*/ 303171 h 1608096"/>
                  <a:gd name="csX7" fmla="*/ 19050 w 3555703"/>
                  <a:gd name="csY7" fmla="*/ 341271 h 16080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555703" h="1608096">
                    <a:moveTo>
                      <a:pt x="0" y="1608096"/>
                    </a:moveTo>
                    <a:cubicBezTo>
                      <a:pt x="392906" y="1606508"/>
                      <a:pt x="785813" y="1604921"/>
                      <a:pt x="1047750" y="1465221"/>
                    </a:cubicBezTo>
                    <a:cubicBezTo>
                      <a:pt x="1309688" y="1325521"/>
                      <a:pt x="1306513" y="957221"/>
                      <a:pt x="1571625" y="769896"/>
                    </a:cubicBezTo>
                    <a:cubicBezTo>
                      <a:pt x="1836738" y="582571"/>
                      <a:pt x="2308225" y="458746"/>
                      <a:pt x="2638425" y="341271"/>
                    </a:cubicBezTo>
                    <a:cubicBezTo>
                      <a:pt x="2968625" y="223796"/>
                      <a:pt x="3514725" y="119021"/>
                      <a:pt x="3552825" y="65046"/>
                    </a:cubicBezTo>
                    <a:cubicBezTo>
                      <a:pt x="3590925" y="11071"/>
                      <a:pt x="3244850" y="-22267"/>
                      <a:pt x="2867025" y="17421"/>
                    </a:cubicBezTo>
                    <a:cubicBezTo>
                      <a:pt x="2489200" y="57108"/>
                      <a:pt x="1760537" y="249196"/>
                      <a:pt x="1285875" y="303171"/>
                    </a:cubicBezTo>
                    <a:cubicBezTo>
                      <a:pt x="811213" y="357146"/>
                      <a:pt x="415131" y="349208"/>
                      <a:pt x="19050" y="341271"/>
                    </a:cubicBezTo>
                  </a:path>
                </a:pathLst>
              </a:cu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任意多边形: 形状 36">
                <a:extLst>
                  <a:ext uri="{FF2B5EF4-FFF2-40B4-BE49-F238E27FC236}">
                    <a16:creationId xmlns:a16="http://schemas.microsoft.com/office/drawing/2014/main" id="{4E840AAB-9136-7AA4-E83B-259EA80F1BA6}"/>
                  </a:ext>
                </a:extLst>
              </p:cNvPr>
              <p:cNvSpPr/>
              <p:nvPr/>
            </p:nvSpPr>
            <p:spPr>
              <a:xfrm flipH="1">
                <a:off x="2478384" y="4183104"/>
                <a:ext cx="3555703" cy="1608096"/>
              </a:xfrm>
              <a:custGeom>
                <a:avLst/>
                <a:gdLst>
                  <a:gd name="csX0" fmla="*/ 0 w 3555703"/>
                  <a:gd name="csY0" fmla="*/ 1608096 h 1608096"/>
                  <a:gd name="csX1" fmla="*/ 1047750 w 3555703"/>
                  <a:gd name="csY1" fmla="*/ 1465221 h 1608096"/>
                  <a:gd name="csX2" fmla="*/ 1571625 w 3555703"/>
                  <a:gd name="csY2" fmla="*/ 769896 h 1608096"/>
                  <a:gd name="csX3" fmla="*/ 2638425 w 3555703"/>
                  <a:gd name="csY3" fmla="*/ 341271 h 1608096"/>
                  <a:gd name="csX4" fmla="*/ 3552825 w 3555703"/>
                  <a:gd name="csY4" fmla="*/ 65046 h 1608096"/>
                  <a:gd name="csX5" fmla="*/ 2867025 w 3555703"/>
                  <a:gd name="csY5" fmla="*/ 17421 h 1608096"/>
                  <a:gd name="csX6" fmla="*/ 1285875 w 3555703"/>
                  <a:gd name="csY6" fmla="*/ 303171 h 1608096"/>
                  <a:gd name="csX7" fmla="*/ 19050 w 3555703"/>
                  <a:gd name="csY7" fmla="*/ 341271 h 16080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555703" h="1608096">
                    <a:moveTo>
                      <a:pt x="0" y="1608096"/>
                    </a:moveTo>
                    <a:cubicBezTo>
                      <a:pt x="392906" y="1606508"/>
                      <a:pt x="785813" y="1604921"/>
                      <a:pt x="1047750" y="1465221"/>
                    </a:cubicBezTo>
                    <a:cubicBezTo>
                      <a:pt x="1309688" y="1325521"/>
                      <a:pt x="1306513" y="957221"/>
                      <a:pt x="1571625" y="769896"/>
                    </a:cubicBezTo>
                    <a:cubicBezTo>
                      <a:pt x="1836738" y="582571"/>
                      <a:pt x="2308225" y="458746"/>
                      <a:pt x="2638425" y="341271"/>
                    </a:cubicBezTo>
                    <a:cubicBezTo>
                      <a:pt x="2968625" y="223796"/>
                      <a:pt x="3514725" y="119021"/>
                      <a:pt x="3552825" y="65046"/>
                    </a:cubicBezTo>
                    <a:cubicBezTo>
                      <a:pt x="3590925" y="11071"/>
                      <a:pt x="3244850" y="-22267"/>
                      <a:pt x="2867025" y="17421"/>
                    </a:cubicBezTo>
                    <a:cubicBezTo>
                      <a:pt x="2489200" y="57108"/>
                      <a:pt x="1760537" y="249196"/>
                      <a:pt x="1285875" y="303171"/>
                    </a:cubicBezTo>
                    <a:cubicBezTo>
                      <a:pt x="811213" y="357146"/>
                      <a:pt x="415131" y="349208"/>
                      <a:pt x="19050" y="341271"/>
                    </a:cubicBezTo>
                  </a:path>
                </a:pathLst>
              </a:cu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cxnSp>
        <p:nvCxnSpPr>
          <p:cNvPr id="38" name="直接连接符 37">
            <a:extLst>
              <a:ext uri="{FF2B5EF4-FFF2-40B4-BE49-F238E27FC236}">
                <a16:creationId xmlns:a16="http://schemas.microsoft.com/office/drawing/2014/main" id="{1DCFFE67-4721-3E34-FC72-39D57AB5AA33}"/>
              </a:ext>
            </a:extLst>
          </p:cNvPr>
          <p:cNvCxnSpPr>
            <a:cxnSpLocks/>
            <a:endCxn id="34" idx="0"/>
          </p:cNvCxnSpPr>
          <p:nvPr/>
        </p:nvCxnSpPr>
        <p:spPr>
          <a:xfrm>
            <a:off x="2804561" y="2849361"/>
            <a:ext cx="3656357" cy="6106"/>
          </a:xfrm>
          <a:prstGeom prst="line">
            <a:avLst/>
          </a:prstGeom>
          <a:ln w="15875">
            <a:solidFill>
              <a:schemeClr val="tx1"/>
            </a:solidFill>
            <a:prstDash val="dashDot"/>
            <a:tailEnd type="none"/>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6C47EB26-63F6-32A8-3F0B-414819F52A2D}"/>
              </a:ext>
            </a:extLst>
          </p:cNvPr>
          <p:cNvCxnSpPr>
            <a:cxnSpLocks/>
            <a:endCxn id="34" idx="6"/>
          </p:cNvCxnSpPr>
          <p:nvPr/>
        </p:nvCxnSpPr>
        <p:spPr>
          <a:xfrm flipV="1">
            <a:off x="2835408" y="3479257"/>
            <a:ext cx="3635368" cy="5706"/>
          </a:xfrm>
          <a:prstGeom prst="line">
            <a:avLst/>
          </a:prstGeom>
          <a:ln w="15875">
            <a:solidFill>
              <a:schemeClr val="tx1"/>
            </a:solidFill>
            <a:prstDash val="dashDot"/>
            <a:tailEnd type="none"/>
          </a:ln>
        </p:spPr>
        <p:style>
          <a:lnRef idx="1">
            <a:schemeClr val="accent1"/>
          </a:lnRef>
          <a:fillRef idx="0">
            <a:schemeClr val="accent1"/>
          </a:fillRef>
          <a:effectRef idx="0">
            <a:schemeClr val="accent1"/>
          </a:effectRef>
          <a:fontRef idx="minor">
            <a:schemeClr val="tx1"/>
          </a:fontRef>
        </p:style>
      </p:cxnSp>
      <p:sp>
        <p:nvSpPr>
          <p:cNvPr id="40" name="箭头: 右 39">
            <a:extLst>
              <a:ext uri="{FF2B5EF4-FFF2-40B4-BE49-F238E27FC236}">
                <a16:creationId xmlns:a16="http://schemas.microsoft.com/office/drawing/2014/main" id="{31F04DC1-B759-D983-E5B5-DE4E699E149D}"/>
              </a:ext>
            </a:extLst>
          </p:cNvPr>
          <p:cNvSpPr/>
          <p:nvPr/>
        </p:nvSpPr>
        <p:spPr>
          <a:xfrm rot="8481199">
            <a:off x="3366298" y="2070274"/>
            <a:ext cx="650557" cy="435811"/>
          </a:xfrm>
          <a:prstGeom prst="rightArrow">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solidFill>
              <a:latin typeface="Arial" pitchFamily="34" charset="0"/>
              <a:cs typeface="Arial" pitchFamily="34" charset="0"/>
            </a:endParaRPr>
          </a:p>
        </p:txBody>
      </p:sp>
      <p:sp>
        <p:nvSpPr>
          <p:cNvPr id="41" name="箭头: 右 40">
            <a:extLst>
              <a:ext uri="{FF2B5EF4-FFF2-40B4-BE49-F238E27FC236}">
                <a16:creationId xmlns:a16="http://schemas.microsoft.com/office/drawing/2014/main" id="{A1D763FA-2B3B-21F9-BB0A-DA63D7169F66}"/>
              </a:ext>
            </a:extLst>
          </p:cNvPr>
          <p:cNvSpPr/>
          <p:nvPr/>
        </p:nvSpPr>
        <p:spPr>
          <a:xfrm rot="13118801" flipH="1">
            <a:off x="5158917" y="2071386"/>
            <a:ext cx="650557" cy="435811"/>
          </a:xfrm>
          <a:prstGeom prst="rightArrow">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solidFill>
              <a:latin typeface="Arial" pitchFamily="34" charset="0"/>
              <a:cs typeface="Arial" pitchFamily="34" charset="0"/>
            </a:endParaRPr>
          </a:p>
        </p:txBody>
      </p:sp>
      <p:sp>
        <p:nvSpPr>
          <p:cNvPr id="43" name="文本框 42">
            <a:extLst>
              <a:ext uri="{FF2B5EF4-FFF2-40B4-BE49-F238E27FC236}">
                <a16:creationId xmlns:a16="http://schemas.microsoft.com/office/drawing/2014/main" id="{29FFA10E-70A4-3B5A-461B-57101541AEC5}"/>
              </a:ext>
            </a:extLst>
          </p:cNvPr>
          <p:cNvSpPr txBox="1"/>
          <p:nvPr/>
        </p:nvSpPr>
        <p:spPr>
          <a:xfrm>
            <a:off x="3993566" y="1885396"/>
            <a:ext cx="1208690" cy="190018"/>
          </a:xfrm>
          <a:prstGeom prst="rect">
            <a:avLst/>
          </a:prstGeom>
          <a:noFill/>
        </p:spPr>
        <p:txBody>
          <a:bodyPr wrap="square" lIns="0" tIns="0" rIns="0" bIns="0" rtlCol="0">
            <a:spAutoFit/>
          </a:bodyPr>
          <a:lstStyle/>
          <a:p>
            <a:pPr algn="ctr"/>
            <a:r>
              <a:rPr lang="en-US" altLang="zh-CN" b="1" dirty="0">
                <a:solidFill>
                  <a:srgbClr val="002060"/>
                </a:solidFill>
                <a:latin typeface="微软雅黑" panose="020B0503020204020204" pitchFamily="34" charset="-122"/>
                <a:ea typeface="微软雅黑" panose="020B0503020204020204" pitchFamily="34" charset="-122"/>
                <a:cs typeface="Arial" pitchFamily="34" charset="0"/>
              </a:rPr>
              <a:t>4 seats 1 row</a:t>
            </a:r>
            <a:endParaRPr lang="zh-CN" altLang="en-US" b="1" dirty="0">
              <a:solidFill>
                <a:srgbClr val="002060"/>
              </a:solidFill>
              <a:latin typeface="微软雅黑" panose="020B0503020204020204" pitchFamily="34" charset="-122"/>
              <a:ea typeface="微软雅黑" panose="020B0503020204020204" pitchFamily="34" charset="-122"/>
              <a:cs typeface="Arial" pitchFamily="34" charset="0"/>
            </a:endParaRPr>
          </a:p>
        </p:txBody>
      </p:sp>
      <p:sp>
        <p:nvSpPr>
          <p:cNvPr id="44" name="文本框 43">
            <a:extLst>
              <a:ext uri="{FF2B5EF4-FFF2-40B4-BE49-F238E27FC236}">
                <a16:creationId xmlns:a16="http://schemas.microsoft.com/office/drawing/2014/main" id="{3D295684-BED9-07A1-F42E-388FE08EDEBE}"/>
              </a:ext>
            </a:extLst>
          </p:cNvPr>
          <p:cNvSpPr txBox="1"/>
          <p:nvPr/>
        </p:nvSpPr>
        <p:spPr>
          <a:xfrm>
            <a:off x="687743" y="3459067"/>
            <a:ext cx="1423205" cy="461665"/>
          </a:xfrm>
          <a:prstGeom prst="rect">
            <a:avLst/>
          </a:prstGeom>
          <a:noFill/>
        </p:spPr>
        <p:txBody>
          <a:bodyPr wrap="square" rtlCol="0">
            <a:spAutoFit/>
          </a:bodyPr>
          <a:lstStyle/>
          <a:p>
            <a:pPr algn="ctr"/>
            <a:r>
              <a:rPr lang="en-US" altLang="zh-CN" sz="1200" b="1" dirty="0"/>
              <a:t>More </a:t>
            </a:r>
          </a:p>
          <a:p>
            <a:pPr algn="ctr"/>
            <a:r>
              <a:rPr lang="en-US" altLang="zh-CN" sz="1200" b="1" dirty="0"/>
              <a:t>r</a:t>
            </a:r>
            <a:r>
              <a:rPr lang="zh-CN" altLang="zh-CN" sz="1200" b="1" dirty="0"/>
              <a:t>edundant</a:t>
            </a:r>
            <a:r>
              <a:rPr lang="en-US" altLang="zh-CN" sz="1200" b="1" dirty="0"/>
              <a:t> space</a:t>
            </a:r>
            <a:endParaRPr lang="zh-CN" altLang="en-US" sz="1200" b="1" dirty="0"/>
          </a:p>
        </p:txBody>
      </p:sp>
      <p:sp>
        <p:nvSpPr>
          <p:cNvPr id="45" name="矩形: 圆角 44">
            <a:extLst>
              <a:ext uri="{FF2B5EF4-FFF2-40B4-BE49-F238E27FC236}">
                <a16:creationId xmlns:a16="http://schemas.microsoft.com/office/drawing/2014/main" id="{00920020-2B3F-9F74-9136-AFA0B4C68413}"/>
              </a:ext>
            </a:extLst>
          </p:cNvPr>
          <p:cNvSpPr/>
          <p:nvPr/>
        </p:nvSpPr>
        <p:spPr>
          <a:xfrm>
            <a:off x="1633757" y="4230000"/>
            <a:ext cx="5913441" cy="316696"/>
          </a:xfrm>
          <a:prstGeom prst="roundRect">
            <a:avLst/>
          </a:prstGeom>
          <a:solidFill>
            <a:schemeClr val="bg1"/>
          </a:solidFill>
          <a:ln w="12700">
            <a:solidFill>
              <a:srgbClr val="00206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02060"/>
                </a:solidFill>
                <a:latin typeface="微软雅黑" panose="020B0503020204020204" pitchFamily="34" charset="-122"/>
                <a:ea typeface="微软雅黑" panose="020B0503020204020204" pitchFamily="34" charset="-122"/>
              </a:rPr>
              <a:t>BWB features more </a:t>
            </a:r>
            <a:r>
              <a:rPr lang="en-US" altLang="zh-CN" b="1" dirty="0">
                <a:solidFill>
                  <a:srgbClr val="C00000"/>
                </a:solidFill>
                <a:latin typeface="微软雅黑" panose="020B0503020204020204" pitchFamily="34" charset="-122"/>
                <a:ea typeface="微软雅黑" panose="020B0503020204020204" pitchFamily="34" charset="-122"/>
              </a:rPr>
              <a:t>lenient volume constraints</a:t>
            </a:r>
            <a:endParaRPr lang="zh-CN" altLang="en-US" b="1" dirty="0">
              <a:solidFill>
                <a:srgbClr val="002060"/>
              </a:solidFill>
              <a:latin typeface="微软雅黑" panose="020B0503020204020204" pitchFamily="34" charset="-122"/>
              <a:ea typeface="微软雅黑" panose="020B0503020204020204" pitchFamily="34" charset="-122"/>
            </a:endParaRPr>
          </a:p>
        </p:txBody>
      </p:sp>
      <p:sp>
        <p:nvSpPr>
          <p:cNvPr id="46" name="文本框 45">
            <a:extLst>
              <a:ext uri="{FF2B5EF4-FFF2-40B4-BE49-F238E27FC236}">
                <a16:creationId xmlns:a16="http://schemas.microsoft.com/office/drawing/2014/main" id="{955DD74E-B9FA-3269-D16B-23902FE63E68}"/>
              </a:ext>
            </a:extLst>
          </p:cNvPr>
          <p:cNvSpPr txBox="1"/>
          <p:nvPr/>
        </p:nvSpPr>
        <p:spPr>
          <a:xfrm>
            <a:off x="7459921" y="3342945"/>
            <a:ext cx="1521992" cy="276999"/>
          </a:xfrm>
          <a:prstGeom prst="rect">
            <a:avLst/>
          </a:prstGeom>
          <a:noFill/>
        </p:spPr>
        <p:txBody>
          <a:bodyPr wrap="square" rtlCol="0">
            <a:spAutoFit/>
          </a:bodyPr>
          <a:lstStyle/>
          <a:p>
            <a:pPr algn="ctr"/>
            <a:r>
              <a:rPr lang="en-US" altLang="zh-CN" sz="1200" b="1" dirty="0"/>
              <a:t>Fits the cabin</a:t>
            </a:r>
            <a:endParaRPr lang="zh-CN" altLang="en-US" sz="1200" b="1" dirty="0"/>
          </a:p>
        </p:txBody>
      </p:sp>
      <p:pic>
        <p:nvPicPr>
          <p:cNvPr id="50" name="图片 49">
            <a:extLst>
              <a:ext uri="{FF2B5EF4-FFF2-40B4-BE49-F238E27FC236}">
                <a16:creationId xmlns:a16="http://schemas.microsoft.com/office/drawing/2014/main" id="{B801BA22-A5FC-D4F7-736E-4D8BF532CDFD}"/>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700691" y="985860"/>
            <a:ext cx="2071880" cy="1528289"/>
          </a:xfrm>
          <a:prstGeom prst="rect">
            <a:avLst/>
          </a:prstGeom>
        </p:spPr>
      </p:pic>
      <p:pic>
        <p:nvPicPr>
          <p:cNvPr id="51" name="图片 50">
            <a:extLst>
              <a:ext uri="{FF2B5EF4-FFF2-40B4-BE49-F238E27FC236}">
                <a16:creationId xmlns:a16="http://schemas.microsoft.com/office/drawing/2014/main" id="{95F06490-D8A3-B737-E287-0DE8DE62A874}"/>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6733790" y="985860"/>
            <a:ext cx="2162530" cy="1528289"/>
          </a:xfrm>
          <a:prstGeom prst="rect">
            <a:avLst/>
          </a:prstGeom>
        </p:spPr>
      </p:pic>
      <p:sp>
        <p:nvSpPr>
          <p:cNvPr id="52" name="文本框 51">
            <a:extLst>
              <a:ext uri="{FF2B5EF4-FFF2-40B4-BE49-F238E27FC236}">
                <a16:creationId xmlns:a16="http://schemas.microsoft.com/office/drawing/2014/main" id="{76BA1B9A-19E5-3062-B1A3-E4AD8A926AC1}"/>
              </a:ext>
            </a:extLst>
          </p:cNvPr>
          <p:cNvSpPr txBox="1"/>
          <p:nvPr/>
        </p:nvSpPr>
        <p:spPr>
          <a:xfrm>
            <a:off x="604533" y="1086945"/>
            <a:ext cx="1258358" cy="430887"/>
          </a:xfrm>
          <a:prstGeom prst="rect">
            <a:avLst/>
          </a:prstGeom>
          <a:noFill/>
        </p:spPr>
        <p:txBody>
          <a:bodyPr wrap="none" lIns="0" tIns="0" rIns="0" bIns="0" rtlCol="0">
            <a:spAutoFit/>
          </a:bodyPr>
          <a:lstStyle/>
          <a:p>
            <a:pPr algn="ctr"/>
            <a:r>
              <a:rPr lang="en-US" altLang="zh-CN" sz="1400" b="1" dirty="0">
                <a:solidFill>
                  <a:srgbClr val="002060"/>
                </a:solidFill>
                <a:latin typeface="微软雅黑" panose="020B0503020204020204" pitchFamily="34" charset="-122"/>
                <a:ea typeface="微软雅黑" panose="020B0503020204020204" pitchFamily="34" charset="-122"/>
                <a:cs typeface="Arial" pitchFamily="34" charset="0"/>
              </a:rPr>
              <a:t>TAW</a:t>
            </a:r>
          </a:p>
          <a:p>
            <a:pPr algn="ctr"/>
            <a:r>
              <a:rPr lang="en-US" altLang="zh-CN" sz="1400" b="1" dirty="0">
                <a:solidFill>
                  <a:srgbClr val="002060"/>
                </a:solidFill>
                <a:latin typeface="微软雅黑" panose="020B0503020204020204" pitchFamily="34" charset="-122"/>
                <a:ea typeface="微软雅黑" panose="020B0503020204020204" pitchFamily="34" charset="-122"/>
                <a:cs typeface="Arial" pitchFamily="34" charset="0"/>
              </a:rPr>
              <a:t>Configuration</a:t>
            </a:r>
            <a:endParaRPr lang="zh-CN" altLang="en-US" sz="1400" b="1" dirty="0">
              <a:solidFill>
                <a:srgbClr val="002060"/>
              </a:solidFill>
              <a:latin typeface="微软雅黑" panose="020B0503020204020204" pitchFamily="34" charset="-122"/>
              <a:ea typeface="微软雅黑" panose="020B0503020204020204" pitchFamily="34" charset="-122"/>
              <a:cs typeface="Arial" pitchFamily="34" charset="0"/>
            </a:endParaRPr>
          </a:p>
        </p:txBody>
      </p:sp>
      <p:sp>
        <p:nvSpPr>
          <p:cNvPr id="53" name="文本框 52">
            <a:extLst>
              <a:ext uri="{FF2B5EF4-FFF2-40B4-BE49-F238E27FC236}">
                <a16:creationId xmlns:a16="http://schemas.microsoft.com/office/drawing/2014/main" id="{D12D31BF-3559-BD86-A37B-0AB91A2F643B}"/>
              </a:ext>
            </a:extLst>
          </p:cNvPr>
          <p:cNvSpPr txBox="1"/>
          <p:nvPr/>
        </p:nvSpPr>
        <p:spPr>
          <a:xfrm>
            <a:off x="6669480" y="1083266"/>
            <a:ext cx="1258358" cy="430887"/>
          </a:xfrm>
          <a:prstGeom prst="rect">
            <a:avLst/>
          </a:prstGeom>
          <a:noFill/>
        </p:spPr>
        <p:txBody>
          <a:bodyPr wrap="none" lIns="0" tIns="0" rIns="0" bIns="0" rtlCol="0">
            <a:spAutoFit/>
          </a:bodyPr>
          <a:lstStyle/>
          <a:p>
            <a:pPr algn="ctr"/>
            <a:r>
              <a:rPr lang="en-US" altLang="zh-CN" sz="1400" b="1" dirty="0">
                <a:solidFill>
                  <a:srgbClr val="002060"/>
                </a:solidFill>
                <a:latin typeface="微软雅黑" panose="020B0503020204020204" pitchFamily="34" charset="-122"/>
                <a:ea typeface="微软雅黑" panose="020B0503020204020204" pitchFamily="34" charset="-122"/>
                <a:cs typeface="Arial" pitchFamily="34" charset="0"/>
              </a:rPr>
              <a:t>BWB</a:t>
            </a:r>
          </a:p>
          <a:p>
            <a:pPr algn="ctr"/>
            <a:r>
              <a:rPr lang="en-US" altLang="zh-CN" sz="1400" b="1" dirty="0">
                <a:solidFill>
                  <a:srgbClr val="002060"/>
                </a:solidFill>
                <a:latin typeface="微软雅黑" panose="020B0503020204020204" pitchFamily="34" charset="-122"/>
                <a:ea typeface="微软雅黑" panose="020B0503020204020204" pitchFamily="34" charset="-122"/>
                <a:cs typeface="Arial" pitchFamily="34" charset="0"/>
              </a:rPr>
              <a:t>Configuration</a:t>
            </a:r>
            <a:endParaRPr lang="zh-CN" altLang="en-US" sz="1400" b="1" dirty="0">
              <a:solidFill>
                <a:srgbClr val="002060"/>
              </a:solidFill>
              <a:latin typeface="微软雅黑" panose="020B0503020204020204" pitchFamily="34" charset="-122"/>
              <a:ea typeface="微软雅黑" panose="020B0503020204020204" pitchFamily="34" charset="-122"/>
              <a:cs typeface="Arial" pitchFamily="34" charset="0"/>
            </a:endParaRPr>
          </a:p>
        </p:txBody>
      </p:sp>
    </p:spTree>
    <p:extLst>
      <p:ext uri="{BB962C8B-B14F-4D97-AF65-F5344CB8AC3E}">
        <p14:creationId xmlns:p14="http://schemas.microsoft.com/office/powerpoint/2010/main" val="42243655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5D624-D341-B239-9779-1317923C897D}"/>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A710B8FF-8647-217B-C8E9-A272E4B2E72E}"/>
              </a:ext>
            </a:extLst>
          </p:cNvPr>
          <p:cNvSpPr>
            <a:spLocks noGrp="1"/>
          </p:cNvSpPr>
          <p:nvPr>
            <p:ph type="title"/>
          </p:nvPr>
        </p:nvSpPr>
        <p:spPr>
          <a:xfrm>
            <a:off x="457200" y="10913"/>
            <a:ext cx="8229600" cy="534392"/>
          </a:xfrm>
        </p:spPr>
        <p:txBody>
          <a:bodyPr/>
          <a:lstStyle/>
          <a:p>
            <a:r>
              <a:rPr lang="en-US" b="1" dirty="0"/>
              <a:t>1. Background &amp; Motivation</a:t>
            </a:r>
          </a:p>
        </p:txBody>
      </p:sp>
      <p:sp>
        <p:nvSpPr>
          <p:cNvPr id="4" name="TextBox 2">
            <a:extLst>
              <a:ext uri="{FF2B5EF4-FFF2-40B4-BE49-F238E27FC236}">
                <a16:creationId xmlns:a16="http://schemas.microsoft.com/office/drawing/2014/main" id="{D2CE4762-BCF3-2F8B-6A34-2CB0ABDEE3CE}"/>
              </a:ext>
            </a:extLst>
          </p:cNvPr>
          <p:cNvSpPr txBox="1"/>
          <p:nvPr/>
        </p:nvSpPr>
        <p:spPr>
          <a:xfrm>
            <a:off x="457200" y="778980"/>
            <a:ext cx="7795926" cy="307777"/>
          </a:xfrm>
          <a:prstGeom prst="rect">
            <a:avLst/>
          </a:prstGeom>
          <a:noFill/>
        </p:spPr>
        <p:txBody>
          <a:bodyPr wrap="square" lIns="0" tIns="0" rIns="0" bIns="0" anchor="t">
            <a:spAutoFit/>
          </a:bodyPr>
          <a:lstStyle/>
          <a:p>
            <a:pPr algn="l">
              <a:lnSpc>
                <a:spcPct val="100000"/>
              </a:lnSpc>
              <a:spcAft>
                <a:spcPts val="400"/>
              </a:spcAft>
            </a:pPr>
            <a:r>
              <a:rPr sz="2000" b="1" i="0" dirty="0">
                <a:solidFill>
                  <a:srgbClr val="002060"/>
                </a:solidFill>
                <a:latin typeface="Arial"/>
              </a:rPr>
              <a:t>This work: a </a:t>
            </a:r>
            <a:r>
              <a:rPr sz="2000" b="1" i="0" dirty="0">
                <a:solidFill>
                  <a:srgbClr val="C00000"/>
                </a:solidFill>
                <a:latin typeface="Arial"/>
              </a:rPr>
              <a:t>160-seat supersonic BWB (SBWB)</a:t>
            </a:r>
            <a:r>
              <a:rPr sz="2000" b="1" i="0" dirty="0">
                <a:solidFill>
                  <a:srgbClr val="002060"/>
                </a:solidFill>
                <a:latin typeface="Arial"/>
              </a:rPr>
              <a:t> configuration</a:t>
            </a:r>
          </a:p>
        </p:txBody>
      </p:sp>
      <p:sp>
        <p:nvSpPr>
          <p:cNvPr id="5" name="Oval 3">
            <a:extLst>
              <a:ext uri="{FF2B5EF4-FFF2-40B4-BE49-F238E27FC236}">
                <a16:creationId xmlns:a16="http://schemas.microsoft.com/office/drawing/2014/main" id="{4F00BF30-5A1C-75EC-AA37-00F9D733143B}"/>
              </a:ext>
            </a:extLst>
          </p:cNvPr>
          <p:cNvSpPr/>
          <p:nvPr/>
        </p:nvSpPr>
        <p:spPr>
          <a:xfrm>
            <a:off x="881412" y="1535023"/>
            <a:ext cx="467756" cy="428776"/>
          </a:xfrm>
          <a:prstGeom prst="ellipse">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600" b="1">
                <a:solidFill>
                  <a:srgbClr val="FFFFFF"/>
                </a:solidFill>
                <a:latin typeface="Arial"/>
              </a:rPr>
              <a:t>1</a:t>
            </a:r>
          </a:p>
        </p:txBody>
      </p:sp>
      <p:sp>
        <p:nvSpPr>
          <p:cNvPr id="8" name="TextBox 4">
            <a:extLst>
              <a:ext uri="{FF2B5EF4-FFF2-40B4-BE49-F238E27FC236}">
                <a16:creationId xmlns:a16="http://schemas.microsoft.com/office/drawing/2014/main" id="{1E38C388-D44B-5946-CC1C-79A1727A6F16}"/>
              </a:ext>
            </a:extLst>
          </p:cNvPr>
          <p:cNvSpPr txBox="1"/>
          <p:nvPr/>
        </p:nvSpPr>
        <p:spPr>
          <a:xfrm>
            <a:off x="1563556" y="1623905"/>
            <a:ext cx="6431639" cy="276999"/>
          </a:xfrm>
          <a:prstGeom prst="rect">
            <a:avLst/>
          </a:prstGeom>
          <a:noFill/>
        </p:spPr>
        <p:txBody>
          <a:bodyPr wrap="square" lIns="0" tIns="0" rIns="0" bIns="0" anchor="ctr">
            <a:spAutoFit/>
          </a:bodyPr>
          <a:lstStyle/>
          <a:p>
            <a:pPr algn="l">
              <a:lnSpc>
                <a:spcPct val="100000"/>
              </a:lnSpc>
              <a:spcAft>
                <a:spcPts val="400"/>
              </a:spcAft>
            </a:pPr>
            <a:r>
              <a:rPr b="1" i="0" dirty="0">
                <a:solidFill>
                  <a:srgbClr val="002060"/>
                </a:solidFill>
                <a:latin typeface="Arial"/>
              </a:rPr>
              <a:t>Aerodynamic &amp; sonic-boom characteristics analyze</a:t>
            </a:r>
          </a:p>
        </p:txBody>
      </p:sp>
      <p:sp>
        <p:nvSpPr>
          <p:cNvPr id="10" name="Oval 5">
            <a:extLst>
              <a:ext uri="{FF2B5EF4-FFF2-40B4-BE49-F238E27FC236}">
                <a16:creationId xmlns:a16="http://schemas.microsoft.com/office/drawing/2014/main" id="{CA7D4EDD-5DA0-C052-9B07-14073E452B57}"/>
              </a:ext>
            </a:extLst>
          </p:cNvPr>
          <p:cNvSpPr/>
          <p:nvPr/>
        </p:nvSpPr>
        <p:spPr>
          <a:xfrm>
            <a:off x="881412" y="2412064"/>
            <a:ext cx="467756" cy="428776"/>
          </a:xfrm>
          <a:prstGeom prst="ellipse">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600" b="1">
                <a:solidFill>
                  <a:srgbClr val="FFFFFF"/>
                </a:solidFill>
                <a:latin typeface="Arial"/>
              </a:rPr>
              <a:t>2</a:t>
            </a:r>
          </a:p>
        </p:txBody>
      </p:sp>
      <p:sp>
        <p:nvSpPr>
          <p:cNvPr id="11" name="TextBox 6">
            <a:extLst>
              <a:ext uri="{FF2B5EF4-FFF2-40B4-BE49-F238E27FC236}">
                <a16:creationId xmlns:a16="http://schemas.microsoft.com/office/drawing/2014/main" id="{5109DF10-8E98-9D7B-4574-EF8C7BBD301D}"/>
              </a:ext>
            </a:extLst>
          </p:cNvPr>
          <p:cNvSpPr txBox="1"/>
          <p:nvPr/>
        </p:nvSpPr>
        <p:spPr>
          <a:xfrm>
            <a:off x="1563556" y="2500946"/>
            <a:ext cx="7123244" cy="276999"/>
          </a:xfrm>
          <a:prstGeom prst="rect">
            <a:avLst/>
          </a:prstGeom>
          <a:noFill/>
        </p:spPr>
        <p:txBody>
          <a:bodyPr wrap="square" lIns="0" tIns="0" rIns="0" bIns="0" anchor="ctr">
            <a:spAutoFit/>
          </a:bodyPr>
          <a:lstStyle/>
          <a:p>
            <a:pPr algn="l">
              <a:lnSpc>
                <a:spcPct val="100000"/>
              </a:lnSpc>
              <a:spcAft>
                <a:spcPts val="400"/>
              </a:spcAft>
            </a:pPr>
            <a:r>
              <a:rPr b="1" i="0" dirty="0">
                <a:solidFill>
                  <a:srgbClr val="002060"/>
                </a:solidFill>
                <a:latin typeface="Arial"/>
              </a:rPr>
              <a:t>Fore-body waveform design with classic JSGD inverse method</a:t>
            </a:r>
          </a:p>
        </p:txBody>
      </p:sp>
      <p:sp>
        <p:nvSpPr>
          <p:cNvPr id="14" name="Oval 7">
            <a:extLst>
              <a:ext uri="{FF2B5EF4-FFF2-40B4-BE49-F238E27FC236}">
                <a16:creationId xmlns:a16="http://schemas.microsoft.com/office/drawing/2014/main" id="{6671BD66-AE7D-18DA-C43D-52271CAA1B5B}"/>
              </a:ext>
            </a:extLst>
          </p:cNvPr>
          <p:cNvSpPr/>
          <p:nvPr/>
        </p:nvSpPr>
        <p:spPr>
          <a:xfrm>
            <a:off x="881412" y="3289106"/>
            <a:ext cx="467756" cy="428776"/>
          </a:xfrm>
          <a:prstGeom prst="ellipse">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600" b="1">
                <a:solidFill>
                  <a:srgbClr val="FFFFFF"/>
                </a:solidFill>
                <a:latin typeface="Arial"/>
              </a:rPr>
              <a:t>3</a:t>
            </a:r>
          </a:p>
        </p:txBody>
      </p:sp>
      <p:sp>
        <p:nvSpPr>
          <p:cNvPr id="15" name="TextBox 8">
            <a:extLst>
              <a:ext uri="{FF2B5EF4-FFF2-40B4-BE49-F238E27FC236}">
                <a16:creationId xmlns:a16="http://schemas.microsoft.com/office/drawing/2014/main" id="{F3466C8D-74A1-53AF-371B-B6FB3226FD68}"/>
              </a:ext>
            </a:extLst>
          </p:cNvPr>
          <p:cNvSpPr txBox="1"/>
          <p:nvPr/>
        </p:nvSpPr>
        <p:spPr>
          <a:xfrm>
            <a:off x="1563556" y="3377987"/>
            <a:ext cx="6431639" cy="276999"/>
          </a:xfrm>
          <a:prstGeom prst="rect">
            <a:avLst/>
          </a:prstGeom>
          <a:noFill/>
        </p:spPr>
        <p:txBody>
          <a:bodyPr wrap="square" lIns="0" tIns="0" rIns="0" bIns="0" anchor="ctr">
            <a:spAutoFit/>
          </a:bodyPr>
          <a:lstStyle/>
          <a:p>
            <a:pPr algn="l">
              <a:lnSpc>
                <a:spcPct val="100000"/>
              </a:lnSpc>
              <a:spcAft>
                <a:spcPts val="400"/>
              </a:spcAft>
            </a:pPr>
            <a:r>
              <a:rPr b="1" i="0" dirty="0">
                <a:solidFill>
                  <a:srgbClr val="002060"/>
                </a:solidFill>
                <a:latin typeface="Arial"/>
              </a:rPr>
              <a:t>Rear-body waveform regulation: winglets </a:t>
            </a:r>
            <a:r>
              <a:rPr lang="en-US" b="1" dirty="0">
                <a:solidFill>
                  <a:srgbClr val="002060"/>
                </a:solidFill>
                <a:latin typeface="Arial"/>
              </a:rPr>
              <a:t>and</a:t>
            </a:r>
            <a:r>
              <a:rPr b="1" i="0" dirty="0">
                <a:solidFill>
                  <a:srgbClr val="002060"/>
                </a:solidFill>
                <a:latin typeface="Arial"/>
              </a:rPr>
              <a:t> V-tails</a:t>
            </a:r>
          </a:p>
        </p:txBody>
      </p:sp>
    </p:spTree>
    <p:extLst>
      <p:ext uri="{BB962C8B-B14F-4D97-AF65-F5344CB8AC3E}">
        <p14:creationId xmlns:p14="http://schemas.microsoft.com/office/powerpoint/2010/main" val="14305877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E5600-C19C-4ACA-B870-536F2898F209}"/>
              </a:ext>
            </a:extLst>
          </p:cNvPr>
          <p:cNvSpPr>
            <a:spLocks noGrp="1"/>
          </p:cNvSpPr>
          <p:nvPr>
            <p:ph type="title"/>
          </p:nvPr>
        </p:nvSpPr>
        <p:spPr/>
        <p:txBody>
          <a:bodyPr>
            <a:normAutofit/>
          </a:bodyPr>
          <a:lstStyle/>
          <a:p>
            <a:r>
              <a:rPr lang="en-US" altLang="zh-CN" b="1" dirty="0"/>
              <a:t>2. Baseline Configuration</a:t>
            </a:r>
            <a:endParaRPr lang="en-US" b="1" dirty="0"/>
          </a:p>
        </p:txBody>
      </p:sp>
      <p:sp>
        <p:nvSpPr>
          <p:cNvPr id="3" name="TextBox 2">
            <a:extLst>
              <a:ext uri="{FF2B5EF4-FFF2-40B4-BE49-F238E27FC236}">
                <a16:creationId xmlns:a16="http://schemas.microsoft.com/office/drawing/2014/main" id="{585AAB8E-9728-8F38-064B-2DE7801154E5}"/>
              </a:ext>
            </a:extLst>
          </p:cNvPr>
          <p:cNvSpPr txBox="1"/>
          <p:nvPr/>
        </p:nvSpPr>
        <p:spPr>
          <a:xfrm>
            <a:off x="124587" y="718098"/>
            <a:ext cx="3587965" cy="246221"/>
          </a:xfrm>
          <a:prstGeom prst="rect">
            <a:avLst/>
          </a:prstGeom>
          <a:noFill/>
        </p:spPr>
        <p:txBody>
          <a:bodyPr wrap="square" lIns="0" tIns="0" rIns="0" bIns="0" anchor="t">
            <a:spAutoFit/>
          </a:bodyPr>
          <a:lstStyle/>
          <a:p>
            <a:pPr marL="342900" indent="-342900" algn="l">
              <a:lnSpc>
                <a:spcPct val="100000"/>
              </a:lnSpc>
              <a:spcAft>
                <a:spcPts val="400"/>
              </a:spcAft>
              <a:buFont typeface="Wingdings" panose="05000000000000000000" pitchFamily="2" charset="2"/>
              <a:buChar char="Ø"/>
            </a:pPr>
            <a:r>
              <a:rPr lang="en-US" sz="1600" b="1" i="0" dirty="0">
                <a:solidFill>
                  <a:srgbClr val="002060"/>
                </a:solidFill>
                <a:latin typeface="Arial"/>
              </a:rPr>
              <a:t>Cabin Space Define</a:t>
            </a:r>
            <a:endParaRPr sz="1600" b="1" i="0" dirty="0">
              <a:solidFill>
                <a:srgbClr val="002060"/>
              </a:solidFill>
              <a:latin typeface="Arial"/>
            </a:endParaRPr>
          </a:p>
        </p:txBody>
      </p:sp>
      <p:pic>
        <p:nvPicPr>
          <p:cNvPr id="18" name="图片 17">
            <a:extLst>
              <a:ext uri="{FF2B5EF4-FFF2-40B4-BE49-F238E27FC236}">
                <a16:creationId xmlns:a16="http://schemas.microsoft.com/office/drawing/2014/main" id="{8D5D9207-2448-BB5D-B298-4CC65FDD6968}"/>
              </a:ext>
            </a:extLst>
          </p:cNvPr>
          <p:cNvPicPr>
            <a:picLocks noChangeAspect="1"/>
          </p:cNvPicPr>
          <p:nvPr/>
        </p:nvPicPr>
        <p:blipFill>
          <a:blip r:embed="rId3"/>
          <a:stretch>
            <a:fillRect/>
          </a:stretch>
        </p:blipFill>
        <p:spPr>
          <a:xfrm>
            <a:off x="768379" y="964319"/>
            <a:ext cx="7607242" cy="3731506"/>
          </a:xfrm>
          <a:prstGeom prst="rect">
            <a:avLst/>
          </a:prstGeom>
        </p:spPr>
      </p:pic>
    </p:spTree>
    <p:extLst>
      <p:ext uri="{BB962C8B-B14F-4D97-AF65-F5344CB8AC3E}">
        <p14:creationId xmlns:p14="http://schemas.microsoft.com/office/powerpoint/2010/main" val="19829955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E4D44-5F8E-50FA-42A4-8AB1E5936126}"/>
            </a:ext>
          </a:extLst>
        </p:cNvPr>
        <p:cNvGrpSpPr/>
        <p:nvPr/>
      </p:nvGrpSpPr>
      <p:grpSpPr>
        <a:xfrm>
          <a:off x="0" y="0"/>
          <a:ext cx="0" cy="0"/>
          <a:chOff x="0" y="0"/>
          <a:chExt cx="0" cy="0"/>
        </a:xfrm>
      </p:grpSpPr>
      <p:sp>
        <p:nvSpPr>
          <p:cNvPr id="21" name="Title 1">
            <a:extLst>
              <a:ext uri="{FF2B5EF4-FFF2-40B4-BE49-F238E27FC236}">
                <a16:creationId xmlns:a16="http://schemas.microsoft.com/office/drawing/2014/main" id="{2616E7E5-0FF6-2434-BC7C-8859E4407D4F}"/>
              </a:ext>
            </a:extLst>
          </p:cNvPr>
          <p:cNvSpPr>
            <a:spLocks noGrp="1"/>
          </p:cNvSpPr>
          <p:nvPr>
            <p:ph type="title"/>
          </p:nvPr>
        </p:nvSpPr>
        <p:spPr>
          <a:xfrm>
            <a:off x="457200" y="10913"/>
            <a:ext cx="8229600" cy="534392"/>
          </a:xfrm>
        </p:spPr>
        <p:txBody>
          <a:bodyPr>
            <a:normAutofit/>
          </a:bodyPr>
          <a:lstStyle/>
          <a:p>
            <a:r>
              <a:rPr lang="en-US" altLang="zh-CN" b="1" dirty="0"/>
              <a:t>2. Baseline Configuration</a:t>
            </a:r>
            <a:endParaRPr lang="en-US" b="1" dirty="0"/>
          </a:p>
        </p:txBody>
      </p:sp>
      <p:sp>
        <p:nvSpPr>
          <p:cNvPr id="22" name="Rounded Rectangle 8">
            <a:extLst>
              <a:ext uri="{FF2B5EF4-FFF2-40B4-BE49-F238E27FC236}">
                <a16:creationId xmlns:a16="http://schemas.microsoft.com/office/drawing/2014/main" id="{7FF45342-A6C7-86CD-0D78-015893216C65}"/>
              </a:ext>
            </a:extLst>
          </p:cNvPr>
          <p:cNvSpPr/>
          <p:nvPr/>
        </p:nvSpPr>
        <p:spPr>
          <a:xfrm>
            <a:off x="582717" y="4230000"/>
            <a:ext cx="7978566" cy="314612"/>
          </a:xfrm>
          <a:prstGeom prst="roundRect">
            <a:avLst>
              <a:gd name="adj" fmla="val 16700"/>
            </a:avLst>
          </a:prstGeom>
          <a:solidFill>
            <a:schemeClr val="bg1"/>
          </a:solidFill>
          <a:ln w="12700">
            <a:solidFill>
              <a:srgbClr val="00206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2060"/>
                </a:solidFill>
                <a:latin typeface="微软雅黑" panose="020B0503020204020204" pitchFamily="34" charset="-122"/>
                <a:ea typeface="微软雅黑" panose="020B0503020204020204" pitchFamily="34" charset="-122"/>
              </a:rPr>
              <a:t>SBWB configuration requires </a:t>
            </a:r>
            <a:r>
              <a:rPr lang="en-US" b="1" dirty="0">
                <a:solidFill>
                  <a:srgbClr val="C00000"/>
                </a:solidFill>
                <a:latin typeface="微软雅黑" panose="020B0503020204020204" pitchFamily="34" charset="-122"/>
                <a:ea typeface="微软雅黑" panose="020B0503020204020204" pitchFamily="34" charset="-122"/>
              </a:rPr>
              <a:t>integrated design</a:t>
            </a:r>
            <a:endParaRPr b="1" dirty="0">
              <a:solidFill>
                <a:srgbClr val="002060"/>
              </a:solidFill>
              <a:latin typeface="微软雅黑" panose="020B0503020204020204" pitchFamily="34" charset="-122"/>
              <a:ea typeface="微软雅黑" panose="020B0503020204020204" pitchFamily="34" charset="-122"/>
            </a:endParaRPr>
          </a:p>
        </p:txBody>
      </p:sp>
      <p:pic>
        <p:nvPicPr>
          <p:cNvPr id="23" name="图片 22">
            <a:extLst>
              <a:ext uri="{FF2B5EF4-FFF2-40B4-BE49-F238E27FC236}">
                <a16:creationId xmlns:a16="http://schemas.microsoft.com/office/drawing/2014/main" id="{02D8B4C6-D873-0160-9D80-5E2906B79633}"/>
              </a:ext>
            </a:extLst>
          </p:cNvPr>
          <p:cNvPicPr>
            <a:picLocks noChangeAspect="1"/>
          </p:cNvPicPr>
          <p:nvPr/>
        </p:nvPicPr>
        <p:blipFill>
          <a:blip r:embed="rId3"/>
          <a:stretch>
            <a:fillRect/>
          </a:stretch>
        </p:blipFill>
        <p:spPr>
          <a:xfrm>
            <a:off x="837081" y="1919452"/>
            <a:ext cx="2929561" cy="922269"/>
          </a:xfrm>
          <a:prstGeom prst="rect">
            <a:avLst/>
          </a:prstGeom>
        </p:spPr>
      </p:pic>
      <p:pic>
        <p:nvPicPr>
          <p:cNvPr id="24" name="图片 23">
            <a:extLst>
              <a:ext uri="{FF2B5EF4-FFF2-40B4-BE49-F238E27FC236}">
                <a16:creationId xmlns:a16="http://schemas.microsoft.com/office/drawing/2014/main" id="{F4523EB9-3B8B-30EA-A354-300F145A9F22}"/>
              </a:ext>
            </a:extLst>
          </p:cNvPr>
          <p:cNvPicPr>
            <a:picLocks noChangeAspect="1"/>
          </p:cNvPicPr>
          <p:nvPr/>
        </p:nvPicPr>
        <p:blipFill>
          <a:blip r:embed="rId4"/>
          <a:stretch>
            <a:fillRect/>
          </a:stretch>
        </p:blipFill>
        <p:spPr>
          <a:xfrm>
            <a:off x="4963797" y="1219230"/>
            <a:ext cx="3497177" cy="2237972"/>
          </a:xfrm>
          <a:prstGeom prst="rect">
            <a:avLst/>
          </a:prstGeom>
        </p:spPr>
      </p:pic>
      <p:sp>
        <p:nvSpPr>
          <p:cNvPr id="25" name="文本框 24">
            <a:extLst>
              <a:ext uri="{FF2B5EF4-FFF2-40B4-BE49-F238E27FC236}">
                <a16:creationId xmlns:a16="http://schemas.microsoft.com/office/drawing/2014/main" id="{6D6A6D5C-5563-D09F-4DBD-CEEA0264AEE0}"/>
              </a:ext>
            </a:extLst>
          </p:cNvPr>
          <p:cNvSpPr txBox="1"/>
          <p:nvPr/>
        </p:nvSpPr>
        <p:spPr>
          <a:xfrm>
            <a:off x="764718" y="1399384"/>
            <a:ext cx="3347125" cy="523220"/>
          </a:xfrm>
          <a:prstGeom prst="rect">
            <a:avLst/>
          </a:prstGeom>
          <a:noFill/>
        </p:spPr>
        <p:txBody>
          <a:bodyPr wrap="square" rtlCol="0">
            <a:spAutoFit/>
          </a:bodyPr>
          <a:lstStyle/>
          <a:p>
            <a:r>
              <a:rPr lang="en-US" altLang="zh-CN" sz="1400" dirty="0">
                <a:solidFill>
                  <a:srgbClr val="002060"/>
                </a:solidFill>
                <a:latin typeface="Helvetica" panose="020B0604020202020204" pitchFamily="34" charset="0"/>
                <a:cs typeface="Helvetica" panose="020B0604020202020204" pitchFamily="34" charset="0"/>
              </a:rPr>
              <a:t>Define the section shape by CST parameter</a:t>
            </a:r>
            <a:endParaRPr lang="zh-CN" altLang="en-US" sz="1400" dirty="0">
              <a:solidFill>
                <a:srgbClr val="002060"/>
              </a:solidFill>
              <a:latin typeface="Helvetica" panose="020B0604020202020204" pitchFamily="34" charset="0"/>
              <a:cs typeface="Helvetica" panose="020B0604020202020204" pitchFamily="34" charset="0"/>
            </a:endParaRPr>
          </a:p>
        </p:txBody>
      </p:sp>
      <p:sp>
        <p:nvSpPr>
          <p:cNvPr id="26" name="文本框 25">
            <a:extLst>
              <a:ext uri="{FF2B5EF4-FFF2-40B4-BE49-F238E27FC236}">
                <a16:creationId xmlns:a16="http://schemas.microsoft.com/office/drawing/2014/main" id="{FD2535A1-22B7-1D98-5874-E79E6BF30D87}"/>
              </a:ext>
            </a:extLst>
          </p:cNvPr>
          <p:cNvSpPr txBox="1"/>
          <p:nvPr/>
        </p:nvSpPr>
        <p:spPr>
          <a:xfrm>
            <a:off x="4344237" y="1439598"/>
            <a:ext cx="2888314" cy="738664"/>
          </a:xfrm>
          <a:prstGeom prst="rect">
            <a:avLst/>
          </a:prstGeom>
          <a:noFill/>
        </p:spPr>
        <p:txBody>
          <a:bodyPr wrap="square" rtlCol="0">
            <a:spAutoFit/>
          </a:bodyPr>
          <a:lstStyle/>
          <a:p>
            <a:r>
              <a:rPr lang="en-US" altLang="zh-CN" sz="1400" dirty="0">
                <a:solidFill>
                  <a:srgbClr val="002060"/>
                </a:solidFill>
                <a:latin typeface="Helvetica" panose="020B0604020202020204" pitchFamily="34" charset="0"/>
                <a:cs typeface="Helvetica" panose="020B0604020202020204" pitchFamily="34" charset="0"/>
              </a:rPr>
              <a:t>Generate aircraft geometry using NURBS surface generation method</a:t>
            </a:r>
            <a:endParaRPr lang="zh-CN" altLang="en-US" sz="1400" dirty="0">
              <a:solidFill>
                <a:srgbClr val="002060"/>
              </a:solidFill>
              <a:latin typeface="Helvetica" panose="020B0604020202020204" pitchFamily="34" charset="0"/>
              <a:cs typeface="Helvetica" panose="020B0604020202020204" pitchFamily="34" charset="0"/>
            </a:endParaRPr>
          </a:p>
        </p:txBody>
      </p:sp>
      <p:sp>
        <p:nvSpPr>
          <p:cNvPr id="27" name="TextBox 2">
            <a:extLst>
              <a:ext uri="{FF2B5EF4-FFF2-40B4-BE49-F238E27FC236}">
                <a16:creationId xmlns:a16="http://schemas.microsoft.com/office/drawing/2014/main" id="{E7D7E664-49D8-0EA5-BEBE-2FA0D8CBD7B3}"/>
              </a:ext>
            </a:extLst>
          </p:cNvPr>
          <p:cNvSpPr txBox="1"/>
          <p:nvPr/>
        </p:nvSpPr>
        <p:spPr>
          <a:xfrm>
            <a:off x="142760" y="707522"/>
            <a:ext cx="7247763" cy="246221"/>
          </a:xfrm>
          <a:prstGeom prst="rect">
            <a:avLst/>
          </a:prstGeom>
          <a:noFill/>
        </p:spPr>
        <p:txBody>
          <a:bodyPr wrap="square" lIns="0" tIns="0" rIns="0" bIns="0" anchor="t">
            <a:spAutoFit/>
          </a:bodyPr>
          <a:lstStyle/>
          <a:p>
            <a:pPr marL="342900" indent="-342900" algn="l">
              <a:lnSpc>
                <a:spcPct val="100000"/>
              </a:lnSpc>
              <a:spcAft>
                <a:spcPts val="400"/>
              </a:spcAft>
              <a:buFont typeface="Wingdings" panose="05000000000000000000" pitchFamily="2" charset="2"/>
              <a:buChar char="Ø"/>
            </a:pPr>
            <a:r>
              <a:rPr lang="en-US" sz="1600" b="1" i="0" dirty="0">
                <a:solidFill>
                  <a:srgbClr val="002060"/>
                </a:solidFill>
                <a:latin typeface="Arial"/>
              </a:rPr>
              <a:t>Full-aircraft CST parameterization with cabin envelope constraint</a:t>
            </a:r>
          </a:p>
        </p:txBody>
      </p:sp>
      <p:sp>
        <p:nvSpPr>
          <p:cNvPr id="28" name="文本框 27">
            <a:extLst>
              <a:ext uri="{FF2B5EF4-FFF2-40B4-BE49-F238E27FC236}">
                <a16:creationId xmlns:a16="http://schemas.microsoft.com/office/drawing/2014/main" id="{5514457F-F47A-A304-212E-4237FEB23538}"/>
              </a:ext>
            </a:extLst>
          </p:cNvPr>
          <p:cNvSpPr txBox="1"/>
          <p:nvPr/>
        </p:nvSpPr>
        <p:spPr>
          <a:xfrm>
            <a:off x="7168259" y="2597165"/>
            <a:ext cx="1912275" cy="461665"/>
          </a:xfrm>
          <a:prstGeom prst="rect">
            <a:avLst/>
          </a:prstGeom>
          <a:noFill/>
        </p:spPr>
        <p:txBody>
          <a:bodyPr wrap="square" rtlCol="0">
            <a:spAutoFit/>
          </a:bodyPr>
          <a:lstStyle>
            <a:defPPr>
              <a:defRPr lang="de-DE"/>
            </a:defPPr>
            <a:lvl1pPr>
              <a:defRPr>
                <a:latin typeface="Helvetica" panose="020B0604020202020204" pitchFamily="34" charset="0"/>
                <a:cs typeface="Helvetica" panose="020B0604020202020204" pitchFamily="34" charset="0"/>
              </a:defRPr>
            </a:lvl1pPr>
          </a:lstStyle>
          <a:p>
            <a:pPr algn="ctr"/>
            <a:r>
              <a:rPr lang="en-US" altLang="zh-CN" sz="1200" dirty="0">
                <a:solidFill>
                  <a:srgbClr val="002060"/>
                </a:solidFill>
              </a:rPr>
              <a:t>(</a:t>
            </a:r>
            <a:r>
              <a:rPr lang="zh-CN" altLang="zh-CN" sz="1200" dirty="0">
                <a:solidFill>
                  <a:srgbClr val="002060"/>
                </a:solidFill>
              </a:rPr>
              <a:t>NURBS guarantees geometric smoothness</a:t>
            </a:r>
            <a:r>
              <a:rPr lang="en-US" altLang="zh-CN" sz="1200" dirty="0">
                <a:solidFill>
                  <a:srgbClr val="002060"/>
                </a:solidFill>
              </a:rPr>
              <a:t>)</a:t>
            </a:r>
            <a:endParaRPr lang="zh-CN" altLang="en-US" sz="1200" dirty="0">
              <a:solidFill>
                <a:srgbClr val="002060"/>
              </a:solidFill>
            </a:endParaRPr>
          </a:p>
        </p:txBody>
      </p:sp>
      <p:pic>
        <p:nvPicPr>
          <p:cNvPr id="29" name="图片 28">
            <a:extLst>
              <a:ext uri="{FF2B5EF4-FFF2-40B4-BE49-F238E27FC236}">
                <a16:creationId xmlns:a16="http://schemas.microsoft.com/office/drawing/2014/main" id="{B098ACDB-8DA2-9ED1-DE2F-7C2DD00EC02B}"/>
              </a:ext>
            </a:extLst>
          </p:cNvPr>
          <p:cNvPicPr>
            <a:picLocks noChangeAspect="1"/>
          </p:cNvPicPr>
          <p:nvPr/>
        </p:nvPicPr>
        <p:blipFill>
          <a:blip r:embed="rId5">
            <a:clrChange>
              <a:clrFrom>
                <a:srgbClr val="FFFFFF"/>
              </a:clrFrom>
              <a:clrTo>
                <a:srgbClr val="FFFFFF">
                  <a:alpha val="0"/>
                </a:srgbClr>
              </a:clrTo>
            </a:clrChange>
          </a:blip>
          <a:srcRect l="17777" t="45056" r="12465" b="30235"/>
          <a:stretch>
            <a:fillRect/>
          </a:stretch>
        </p:blipFill>
        <p:spPr>
          <a:xfrm>
            <a:off x="411283" y="2823702"/>
            <a:ext cx="2530762" cy="797852"/>
          </a:xfrm>
          <a:prstGeom prst="rect">
            <a:avLst/>
          </a:prstGeom>
          <a:ln>
            <a:solidFill>
              <a:srgbClr val="002060"/>
            </a:solidFill>
          </a:ln>
        </p:spPr>
      </p:pic>
      <p:cxnSp>
        <p:nvCxnSpPr>
          <p:cNvPr id="30" name="直接连接符 29">
            <a:extLst>
              <a:ext uri="{FF2B5EF4-FFF2-40B4-BE49-F238E27FC236}">
                <a16:creationId xmlns:a16="http://schemas.microsoft.com/office/drawing/2014/main" id="{0F54AD22-82EB-90FD-3E6B-1A95AC7F9F7C}"/>
              </a:ext>
            </a:extLst>
          </p:cNvPr>
          <p:cNvCxnSpPr>
            <a:cxnSpLocks/>
          </p:cNvCxnSpPr>
          <p:nvPr/>
        </p:nvCxnSpPr>
        <p:spPr>
          <a:xfrm flipH="1">
            <a:off x="1857375" y="2259003"/>
            <a:ext cx="409529" cy="523177"/>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C40B5607-8D27-BDD9-1691-A14721E23990}"/>
              </a:ext>
            </a:extLst>
          </p:cNvPr>
          <p:cNvSpPr txBox="1"/>
          <p:nvPr/>
        </p:nvSpPr>
        <p:spPr>
          <a:xfrm>
            <a:off x="805189" y="3708694"/>
            <a:ext cx="1947536" cy="307777"/>
          </a:xfrm>
          <a:prstGeom prst="rect">
            <a:avLst/>
          </a:prstGeom>
          <a:noFill/>
        </p:spPr>
        <p:txBody>
          <a:bodyPr wrap="square" rtlCol="0">
            <a:spAutoFit/>
          </a:bodyPr>
          <a:lstStyle/>
          <a:p>
            <a:pPr algn="ctr"/>
            <a:r>
              <a:rPr lang="en-US" altLang="zh-CN" sz="1400" dirty="0">
                <a:solidFill>
                  <a:srgbClr val="002060"/>
                </a:solidFill>
                <a:latin typeface="Helvetica" panose="020B0604020202020204" pitchFamily="34" charset="0"/>
                <a:cs typeface="Helvetica" panose="020B0604020202020204" pitchFamily="34" charset="0"/>
              </a:rPr>
              <a:t>Thin supersonic airfoil</a:t>
            </a:r>
            <a:endParaRPr lang="zh-CN" altLang="en-US" sz="1400" dirty="0">
              <a:solidFill>
                <a:srgbClr val="002060"/>
              </a:solidFill>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20835269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FA69C-86C6-57A5-CBDB-A91124DF4BC4}"/>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2781F4F0-6F11-A246-F21E-D703A1FD9FFD}"/>
              </a:ext>
            </a:extLst>
          </p:cNvPr>
          <p:cNvSpPr>
            <a:spLocks noGrp="1"/>
          </p:cNvSpPr>
          <p:nvPr>
            <p:ph type="title"/>
          </p:nvPr>
        </p:nvSpPr>
        <p:spPr>
          <a:xfrm>
            <a:off x="457200" y="10913"/>
            <a:ext cx="8229600" cy="534392"/>
          </a:xfrm>
        </p:spPr>
        <p:txBody>
          <a:bodyPr>
            <a:normAutofit/>
          </a:bodyPr>
          <a:lstStyle/>
          <a:p>
            <a:r>
              <a:rPr lang="en-US" altLang="zh-CN" b="1" dirty="0"/>
              <a:t>2. Baseline Configuration</a:t>
            </a:r>
            <a:endParaRPr lang="en-US" b="1" dirty="0"/>
          </a:p>
        </p:txBody>
      </p:sp>
      <p:pic>
        <p:nvPicPr>
          <p:cNvPr id="13" name="图片 12">
            <a:extLst>
              <a:ext uri="{FF2B5EF4-FFF2-40B4-BE49-F238E27FC236}">
                <a16:creationId xmlns:a16="http://schemas.microsoft.com/office/drawing/2014/main" id="{EDEFB064-02B9-320E-A49D-DC2BA3E5E0D0}"/>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4356634" y="943211"/>
            <a:ext cx="3702997" cy="1458643"/>
          </a:xfrm>
          <a:prstGeom prst="rect">
            <a:avLst/>
          </a:prstGeom>
        </p:spPr>
      </p:pic>
      <p:pic>
        <p:nvPicPr>
          <p:cNvPr id="15" name="图片 14">
            <a:extLst>
              <a:ext uri="{FF2B5EF4-FFF2-40B4-BE49-F238E27FC236}">
                <a16:creationId xmlns:a16="http://schemas.microsoft.com/office/drawing/2014/main" id="{BA8264CC-2C5B-8352-E7D8-FC58A609BF92}"/>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542297" y="2486265"/>
            <a:ext cx="2303199" cy="359260"/>
          </a:xfrm>
          <a:prstGeom prst="rect">
            <a:avLst/>
          </a:prstGeom>
        </p:spPr>
      </p:pic>
      <p:pic>
        <p:nvPicPr>
          <p:cNvPr id="17" name="图片 16">
            <a:extLst>
              <a:ext uri="{FF2B5EF4-FFF2-40B4-BE49-F238E27FC236}">
                <a16:creationId xmlns:a16="http://schemas.microsoft.com/office/drawing/2014/main" id="{96ADED52-88BB-964A-A83F-939B43DA1579}"/>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4356634" y="2728024"/>
            <a:ext cx="3702997" cy="236032"/>
          </a:xfrm>
          <a:prstGeom prst="rect">
            <a:avLst/>
          </a:prstGeom>
        </p:spPr>
      </p:pic>
      <p:pic>
        <p:nvPicPr>
          <p:cNvPr id="27" name="图片 26">
            <a:extLst>
              <a:ext uri="{FF2B5EF4-FFF2-40B4-BE49-F238E27FC236}">
                <a16:creationId xmlns:a16="http://schemas.microsoft.com/office/drawing/2014/main" id="{32E98629-B574-BEE7-EAA0-A4A81C3B2C28}"/>
              </a:ext>
            </a:extLst>
          </p:cNvPr>
          <p:cNvPicPr>
            <a:picLocks noChangeAspect="1"/>
          </p:cNvPicPr>
          <p:nvPr/>
        </p:nvPicPr>
        <p:blipFill>
          <a:blip r:embed="rId6">
            <a:clrChange>
              <a:clrFrom>
                <a:srgbClr val="FFFFFF"/>
              </a:clrFrom>
              <a:clrTo>
                <a:srgbClr val="FFFFFF">
                  <a:alpha val="0"/>
                </a:srgbClr>
              </a:clrTo>
            </a:clrChange>
          </a:blip>
          <a:stretch>
            <a:fillRect/>
          </a:stretch>
        </p:blipFill>
        <p:spPr>
          <a:xfrm>
            <a:off x="613717" y="843323"/>
            <a:ext cx="2160360" cy="1526756"/>
          </a:xfrm>
          <a:prstGeom prst="rect">
            <a:avLst/>
          </a:prstGeom>
        </p:spPr>
      </p:pic>
      <p:cxnSp>
        <p:nvCxnSpPr>
          <p:cNvPr id="28" name="直接连接符 27">
            <a:extLst>
              <a:ext uri="{FF2B5EF4-FFF2-40B4-BE49-F238E27FC236}">
                <a16:creationId xmlns:a16="http://schemas.microsoft.com/office/drawing/2014/main" id="{581BCB1C-D34C-BC3F-DE6F-400589D0DDD0}"/>
              </a:ext>
            </a:extLst>
          </p:cNvPr>
          <p:cNvCxnSpPr>
            <a:cxnSpLocks/>
          </p:cNvCxnSpPr>
          <p:nvPr/>
        </p:nvCxnSpPr>
        <p:spPr>
          <a:xfrm>
            <a:off x="8121199" y="2416773"/>
            <a:ext cx="0" cy="171011"/>
          </a:xfrm>
          <a:prstGeom prst="line">
            <a:avLst/>
          </a:prstGeom>
          <a:noFill/>
          <a:ln w="19050" cap="flat" cmpd="sng" algn="ctr">
            <a:solidFill>
              <a:sysClr val="windowText" lastClr="000000"/>
            </a:solidFill>
            <a:prstDash val="solid"/>
            <a:miter lim="800000"/>
          </a:ln>
          <a:effectLst/>
        </p:spPr>
      </p:cxnSp>
      <p:cxnSp>
        <p:nvCxnSpPr>
          <p:cNvPr id="29" name="直接箭头连接符 28">
            <a:extLst>
              <a:ext uri="{FF2B5EF4-FFF2-40B4-BE49-F238E27FC236}">
                <a16:creationId xmlns:a16="http://schemas.microsoft.com/office/drawing/2014/main" id="{5F7E238A-8FA0-2595-A8B3-DEBBDE331D3E}"/>
              </a:ext>
            </a:extLst>
          </p:cNvPr>
          <p:cNvCxnSpPr>
            <a:cxnSpLocks/>
          </p:cNvCxnSpPr>
          <p:nvPr/>
        </p:nvCxnSpPr>
        <p:spPr>
          <a:xfrm>
            <a:off x="4428280" y="2502279"/>
            <a:ext cx="3624014" cy="0"/>
          </a:xfrm>
          <a:prstGeom prst="straightConnector1">
            <a:avLst/>
          </a:prstGeom>
          <a:noFill/>
          <a:ln w="25400" cap="flat" cmpd="sng" algn="ctr">
            <a:solidFill>
              <a:sysClr val="windowText" lastClr="000000"/>
            </a:solidFill>
            <a:prstDash val="solid"/>
            <a:miter lim="800000"/>
            <a:headEnd type="triangle"/>
            <a:tailEnd type="triangle"/>
          </a:ln>
          <a:effectLst/>
        </p:spPr>
      </p:cxnSp>
      <p:cxnSp>
        <p:nvCxnSpPr>
          <p:cNvPr id="30" name="直接连接符 29">
            <a:extLst>
              <a:ext uri="{FF2B5EF4-FFF2-40B4-BE49-F238E27FC236}">
                <a16:creationId xmlns:a16="http://schemas.microsoft.com/office/drawing/2014/main" id="{95294AD9-B3A9-7540-A3A0-5568A722E040}"/>
              </a:ext>
            </a:extLst>
          </p:cNvPr>
          <p:cNvCxnSpPr>
            <a:cxnSpLocks/>
          </p:cNvCxnSpPr>
          <p:nvPr/>
        </p:nvCxnSpPr>
        <p:spPr>
          <a:xfrm>
            <a:off x="4360642" y="2416773"/>
            <a:ext cx="0" cy="171011"/>
          </a:xfrm>
          <a:prstGeom prst="line">
            <a:avLst/>
          </a:prstGeom>
          <a:noFill/>
          <a:ln w="19050" cap="flat" cmpd="sng" algn="ctr">
            <a:solidFill>
              <a:sysClr val="windowText" lastClr="000000"/>
            </a:solidFill>
            <a:prstDash val="solid"/>
            <a:miter lim="800000"/>
          </a:ln>
          <a:effectLst/>
        </p:spPr>
      </p:cxnSp>
      <p:sp>
        <p:nvSpPr>
          <p:cNvPr id="31" name="文本框 30">
            <a:extLst>
              <a:ext uri="{FF2B5EF4-FFF2-40B4-BE49-F238E27FC236}">
                <a16:creationId xmlns:a16="http://schemas.microsoft.com/office/drawing/2014/main" id="{FC2764DE-9B5A-E890-DF35-2F865D6C1D41}"/>
              </a:ext>
            </a:extLst>
          </p:cNvPr>
          <p:cNvSpPr txBox="1"/>
          <p:nvPr/>
        </p:nvSpPr>
        <p:spPr>
          <a:xfrm>
            <a:off x="5832925" y="2386199"/>
            <a:ext cx="1171516" cy="276999"/>
          </a:xfrm>
          <a:prstGeom prst="rect">
            <a:avLst/>
          </a:prstGeom>
          <a:solidFill>
            <a:sysClr val="window" lastClr="FFFFFF"/>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rPr>
              <a:t>72m</a:t>
            </a:r>
            <a:endParaRPr kumimoji="0" lang="zh-CN" altLang="en-US" sz="12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endParaRPr>
          </a:p>
        </p:txBody>
      </p:sp>
      <p:cxnSp>
        <p:nvCxnSpPr>
          <p:cNvPr id="32" name="直接连接符 31">
            <a:extLst>
              <a:ext uri="{FF2B5EF4-FFF2-40B4-BE49-F238E27FC236}">
                <a16:creationId xmlns:a16="http://schemas.microsoft.com/office/drawing/2014/main" id="{BA47033D-C3D8-F0EE-9844-D851AFC883A6}"/>
              </a:ext>
            </a:extLst>
          </p:cNvPr>
          <p:cNvCxnSpPr>
            <a:cxnSpLocks/>
          </p:cNvCxnSpPr>
          <p:nvPr/>
        </p:nvCxnSpPr>
        <p:spPr>
          <a:xfrm rot="16200000">
            <a:off x="2999044" y="2393344"/>
            <a:ext cx="0" cy="171011"/>
          </a:xfrm>
          <a:prstGeom prst="line">
            <a:avLst/>
          </a:prstGeom>
          <a:noFill/>
          <a:ln w="19050" cap="flat" cmpd="sng" algn="ctr">
            <a:solidFill>
              <a:sysClr val="windowText" lastClr="000000"/>
            </a:solidFill>
            <a:prstDash val="solid"/>
            <a:miter lim="800000"/>
          </a:ln>
          <a:effectLst/>
        </p:spPr>
      </p:cxnSp>
      <p:cxnSp>
        <p:nvCxnSpPr>
          <p:cNvPr id="33" name="直接连接符 32">
            <a:extLst>
              <a:ext uri="{FF2B5EF4-FFF2-40B4-BE49-F238E27FC236}">
                <a16:creationId xmlns:a16="http://schemas.microsoft.com/office/drawing/2014/main" id="{BDC33AF6-A803-8A98-19F6-D0712DEF2E95}"/>
              </a:ext>
            </a:extLst>
          </p:cNvPr>
          <p:cNvCxnSpPr>
            <a:cxnSpLocks/>
          </p:cNvCxnSpPr>
          <p:nvPr/>
        </p:nvCxnSpPr>
        <p:spPr>
          <a:xfrm rot="16200000">
            <a:off x="2999044" y="2833236"/>
            <a:ext cx="0" cy="171011"/>
          </a:xfrm>
          <a:prstGeom prst="line">
            <a:avLst/>
          </a:prstGeom>
          <a:noFill/>
          <a:ln w="19050" cap="flat" cmpd="sng" algn="ctr">
            <a:solidFill>
              <a:sysClr val="windowText" lastClr="000000"/>
            </a:solidFill>
            <a:prstDash val="solid"/>
            <a:miter lim="800000"/>
          </a:ln>
          <a:effectLst/>
        </p:spPr>
      </p:cxnSp>
      <p:cxnSp>
        <p:nvCxnSpPr>
          <p:cNvPr id="34" name="直接箭头连接符 33">
            <a:extLst>
              <a:ext uri="{FF2B5EF4-FFF2-40B4-BE49-F238E27FC236}">
                <a16:creationId xmlns:a16="http://schemas.microsoft.com/office/drawing/2014/main" id="{64A91FA5-F445-F808-ABEC-BFE6F026A001}"/>
              </a:ext>
            </a:extLst>
          </p:cNvPr>
          <p:cNvCxnSpPr>
            <a:cxnSpLocks/>
          </p:cNvCxnSpPr>
          <p:nvPr/>
        </p:nvCxnSpPr>
        <p:spPr>
          <a:xfrm flipV="1">
            <a:off x="2999044" y="2478849"/>
            <a:ext cx="0" cy="418532"/>
          </a:xfrm>
          <a:prstGeom prst="straightConnector1">
            <a:avLst/>
          </a:prstGeom>
          <a:noFill/>
          <a:ln w="25400" cap="flat" cmpd="sng" algn="ctr">
            <a:solidFill>
              <a:sysClr val="windowText" lastClr="000000"/>
            </a:solidFill>
            <a:prstDash val="solid"/>
            <a:miter lim="800000"/>
            <a:headEnd type="triangle"/>
            <a:tailEnd type="triangle"/>
          </a:ln>
          <a:effectLst/>
        </p:spPr>
      </p:cxnSp>
      <p:sp>
        <p:nvSpPr>
          <p:cNvPr id="35" name="文本框 34">
            <a:extLst>
              <a:ext uri="{FF2B5EF4-FFF2-40B4-BE49-F238E27FC236}">
                <a16:creationId xmlns:a16="http://schemas.microsoft.com/office/drawing/2014/main" id="{3A488146-A40C-E8AC-51D9-A9641C678275}"/>
              </a:ext>
            </a:extLst>
          </p:cNvPr>
          <p:cNvSpPr txBox="1"/>
          <p:nvPr/>
        </p:nvSpPr>
        <p:spPr>
          <a:xfrm>
            <a:off x="2749452" y="2572699"/>
            <a:ext cx="537864" cy="230832"/>
          </a:xfrm>
          <a:prstGeom prst="rect">
            <a:avLst/>
          </a:prstGeom>
          <a:solidFill>
            <a:sysClr val="window" lastClr="FFFFFF"/>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9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rPr>
              <a:t>2.1m</a:t>
            </a:r>
            <a:endParaRPr kumimoji="0" lang="zh-CN" altLang="en-US" sz="9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endParaRPr>
          </a:p>
        </p:txBody>
      </p:sp>
      <p:cxnSp>
        <p:nvCxnSpPr>
          <p:cNvPr id="36" name="直接连接符 35">
            <a:extLst>
              <a:ext uri="{FF2B5EF4-FFF2-40B4-BE49-F238E27FC236}">
                <a16:creationId xmlns:a16="http://schemas.microsoft.com/office/drawing/2014/main" id="{5A5A5511-ECB5-416A-2943-E23F75DEDD62}"/>
              </a:ext>
            </a:extLst>
          </p:cNvPr>
          <p:cNvCxnSpPr>
            <a:cxnSpLocks/>
          </p:cNvCxnSpPr>
          <p:nvPr/>
        </p:nvCxnSpPr>
        <p:spPr>
          <a:xfrm rot="16200000">
            <a:off x="8387162" y="2284573"/>
            <a:ext cx="0" cy="171011"/>
          </a:xfrm>
          <a:prstGeom prst="line">
            <a:avLst/>
          </a:prstGeom>
          <a:noFill/>
          <a:ln w="19050" cap="flat" cmpd="sng" algn="ctr">
            <a:solidFill>
              <a:sysClr val="windowText" lastClr="000000"/>
            </a:solidFill>
            <a:prstDash val="solid"/>
            <a:miter lim="800000"/>
          </a:ln>
          <a:effectLst/>
        </p:spPr>
      </p:cxnSp>
      <p:cxnSp>
        <p:nvCxnSpPr>
          <p:cNvPr id="37" name="直接连接符 36">
            <a:extLst>
              <a:ext uri="{FF2B5EF4-FFF2-40B4-BE49-F238E27FC236}">
                <a16:creationId xmlns:a16="http://schemas.microsoft.com/office/drawing/2014/main" id="{6CB744E6-2AC1-56E9-BA65-2E48834C3EFA}"/>
              </a:ext>
            </a:extLst>
          </p:cNvPr>
          <p:cNvCxnSpPr>
            <a:cxnSpLocks/>
          </p:cNvCxnSpPr>
          <p:nvPr/>
        </p:nvCxnSpPr>
        <p:spPr>
          <a:xfrm rot="16200000">
            <a:off x="8387162" y="857706"/>
            <a:ext cx="0" cy="171011"/>
          </a:xfrm>
          <a:prstGeom prst="line">
            <a:avLst/>
          </a:prstGeom>
          <a:noFill/>
          <a:ln w="19050" cap="flat" cmpd="sng" algn="ctr">
            <a:solidFill>
              <a:sysClr val="windowText" lastClr="000000"/>
            </a:solidFill>
            <a:prstDash val="solid"/>
            <a:miter lim="800000"/>
          </a:ln>
          <a:effectLst/>
        </p:spPr>
      </p:cxnSp>
      <p:cxnSp>
        <p:nvCxnSpPr>
          <p:cNvPr id="38" name="直接箭头连接符 37">
            <a:extLst>
              <a:ext uri="{FF2B5EF4-FFF2-40B4-BE49-F238E27FC236}">
                <a16:creationId xmlns:a16="http://schemas.microsoft.com/office/drawing/2014/main" id="{B36F01E0-2C64-51E0-221B-8B13CF56721A}"/>
              </a:ext>
            </a:extLst>
          </p:cNvPr>
          <p:cNvCxnSpPr>
            <a:cxnSpLocks/>
          </p:cNvCxnSpPr>
          <p:nvPr/>
        </p:nvCxnSpPr>
        <p:spPr>
          <a:xfrm flipV="1">
            <a:off x="8387162" y="984554"/>
            <a:ext cx="0" cy="1333266"/>
          </a:xfrm>
          <a:prstGeom prst="straightConnector1">
            <a:avLst/>
          </a:prstGeom>
          <a:noFill/>
          <a:ln w="25400" cap="flat" cmpd="sng" algn="ctr">
            <a:solidFill>
              <a:sysClr val="windowText" lastClr="000000"/>
            </a:solidFill>
            <a:prstDash val="solid"/>
            <a:miter lim="800000"/>
            <a:headEnd type="triangle"/>
            <a:tailEnd type="triangle"/>
          </a:ln>
          <a:effectLst/>
        </p:spPr>
      </p:cxnSp>
      <p:sp>
        <p:nvSpPr>
          <p:cNvPr id="39" name="文本框 38">
            <a:extLst>
              <a:ext uri="{FF2B5EF4-FFF2-40B4-BE49-F238E27FC236}">
                <a16:creationId xmlns:a16="http://schemas.microsoft.com/office/drawing/2014/main" id="{F941BDF2-77E2-59FE-B57D-55F28C9BB946}"/>
              </a:ext>
            </a:extLst>
          </p:cNvPr>
          <p:cNvSpPr txBox="1"/>
          <p:nvPr/>
        </p:nvSpPr>
        <p:spPr>
          <a:xfrm>
            <a:off x="8072760" y="1556452"/>
            <a:ext cx="633963" cy="276999"/>
          </a:xfrm>
          <a:prstGeom prst="rect">
            <a:avLst/>
          </a:prstGeom>
          <a:solidFill>
            <a:sysClr val="window" lastClr="FFFFFF"/>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rPr>
              <a:t>28m</a:t>
            </a:r>
            <a:endParaRPr kumimoji="0" lang="zh-CN" altLang="en-US" sz="12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352A796C-0C0E-A7EB-B2F5-CC3A3352C8BE}"/>
                  </a:ext>
                </a:extLst>
              </p:cNvPr>
              <p:cNvSpPr txBox="1"/>
              <p:nvPr/>
            </p:nvSpPr>
            <p:spPr>
              <a:xfrm>
                <a:off x="3389667" y="864666"/>
                <a:ext cx="2980255" cy="307777"/>
              </a:xfrm>
              <a:prstGeom prst="rect">
                <a:avLst/>
              </a:prstGeom>
              <a:noFill/>
            </p:spPr>
            <p:txBody>
              <a:bodyPr wrap="square" rtlCol="0">
                <a:spAutoFit/>
              </a:bodyPr>
              <a:lstStyle/>
              <a:p>
                <a:r>
                  <a:rPr lang="en-US" altLang="zh-CN" sz="1400" dirty="0">
                    <a:solidFill>
                      <a:srgbClr val="002060"/>
                    </a:solidFill>
                    <a:latin typeface="Helvetica" panose="020B0604020202020204" pitchFamily="34" charset="0"/>
                    <a:ea typeface="等线" panose="02010600030101010101" pitchFamily="2" charset="-122"/>
                    <a:cs typeface="Helvetica" panose="020B0604020202020204" pitchFamily="34" charset="0"/>
                  </a:rPr>
                  <a:t>half-model reference area = 400</a:t>
                </a:r>
                <a14:m>
                  <m:oMath xmlns:m="http://schemas.openxmlformats.org/officeDocument/2006/math">
                    <m:sSup>
                      <m:sSupPr>
                        <m:ctrlPr>
                          <a:rPr lang="en-US" altLang="zh-CN" sz="1400" i="1" smtClean="0">
                            <a:solidFill>
                              <a:srgbClr val="002060"/>
                            </a:solidFill>
                            <a:latin typeface="Cambria Math" panose="02040503050406030204" pitchFamily="18" charset="0"/>
                            <a:cs typeface="Helvetica" panose="020B0604020202020204" pitchFamily="34" charset="0"/>
                          </a:rPr>
                        </m:ctrlPr>
                      </m:sSupPr>
                      <m:e>
                        <m:r>
                          <a:rPr lang="en-US" altLang="zh-CN" sz="1400" i="1" smtClean="0">
                            <a:solidFill>
                              <a:srgbClr val="002060"/>
                            </a:solidFill>
                            <a:latin typeface="Cambria Math" panose="02040503050406030204" pitchFamily="18" charset="0"/>
                            <a:cs typeface="Helvetica" panose="020B0604020202020204" pitchFamily="34" charset="0"/>
                          </a:rPr>
                          <m:t>𝑚</m:t>
                        </m:r>
                      </m:e>
                      <m:sup>
                        <m:r>
                          <a:rPr lang="en-US" altLang="zh-CN" sz="1400" i="1" smtClean="0">
                            <a:solidFill>
                              <a:srgbClr val="002060"/>
                            </a:solidFill>
                            <a:latin typeface="Cambria Math" panose="02040503050406030204" pitchFamily="18" charset="0"/>
                            <a:cs typeface="Helvetica" panose="020B0604020202020204" pitchFamily="34" charset="0"/>
                          </a:rPr>
                          <m:t>2</m:t>
                        </m:r>
                      </m:sup>
                    </m:sSup>
                  </m:oMath>
                </a14:m>
                <a:endParaRPr lang="zh-CN" altLang="en-US" sz="1400" dirty="0">
                  <a:solidFill>
                    <a:srgbClr val="002060"/>
                  </a:solidFill>
                  <a:latin typeface="Helvetica" panose="020B0604020202020204" pitchFamily="34" charset="0"/>
                  <a:ea typeface="等线" panose="02010600030101010101" pitchFamily="2" charset="-122"/>
                  <a:cs typeface="Helvetica" panose="020B0604020202020204" pitchFamily="34" charset="0"/>
                </a:endParaRPr>
              </a:p>
            </p:txBody>
          </p:sp>
        </mc:Choice>
        <mc:Fallback xmlns="">
          <p:sp>
            <p:nvSpPr>
              <p:cNvPr id="40" name="文本框 39">
                <a:extLst>
                  <a:ext uri="{FF2B5EF4-FFF2-40B4-BE49-F238E27FC236}">
                    <a16:creationId xmlns:a16="http://schemas.microsoft.com/office/drawing/2014/main" id="{352A796C-0C0E-A7EB-B2F5-CC3A3352C8BE}"/>
                  </a:ext>
                </a:extLst>
              </p:cNvPr>
              <p:cNvSpPr txBox="1">
                <a:spLocks noRot="1" noChangeAspect="1" noMove="1" noResize="1" noEditPoints="1" noAdjustHandles="1" noChangeArrowheads="1" noChangeShapeType="1" noTextEdit="1"/>
              </p:cNvSpPr>
              <p:nvPr/>
            </p:nvSpPr>
            <p:spPr>
              <a:xfrm>
                <a:off x="3389667" y="864666"/>
                <a:ext cx="2980255" cy="307777"/>
              </a:xfrm>
              <a:prstGeom prst="rect">
                <a:avLst/>
              </a:prstGeom>
              <a:blipFill>
                <a:blip r:embed="rId7"/>
                <a:stretch>
                  <a:fillRect l="-613" t="-4000" b="-20000"/>
                </a:stretch>
              </a:blipFill>
            </p:spPr>
            <p:txBody>
              <a:bodyPr/>
              <a:lstStyle/>
              <a:p>
                <a:r>
                  <a:rPr lang="zh-CN" altLang="en-US">
                    <a:noFill/>
                  </a:rPr>
                  <a:t> </a:t>
                </a:r>
              </a:p>
            </p:txBody>
          </p:sp>
        </mc:Fallback>
      </mc:AlternateContent>
      <p:cxnSp>
        <p:nvCxnSpPr>
          <p:cNvPr id="41" name="直接箭头连接符 40">
            <a:extLst>
              <a:ext uri="{FF2B5EF4-FFF2-40B4-BE49-F238E27FC236}">
                <a16:creationId xmlns:a16="http://schemas.microsoft.com/office/drawing/2014/main" id="{DCEAE35B-1EA2-835F-1D76-641CDABECAE0}"/>
              </a:ext>
            </a:extLst>
          </p:cNvPr>
          <p:cNvCxnSpPr/>
          <p:nvPr/>
        </p:nvCxnSpPr>
        <p:spPr>
          <a:xfrm>
            <a:off x="5959067" y="1139037"/>
            <a:ext cx="756539" cy="258995"/>
          </a:xfrm>
          <a:prstGeom prst="straightConnector1">
            <a:avLst/>
          </a:prstGeom>
          <a:noFill/>
          <a:ln w="19050" cap="flat" cmpd="sng" algn="ctr">
            <a:solidFill>
              <a:srgbClr val="156082"/>
            </a:solidFill>
            <a:prstDash val="solid"/>
            <a:miter lim="800000"/>
            <a:tailEnd type="triangle"/>
          </a:ln>
          <a:effectLst/>
        </p:spPr>
      </p:cxnSp>
      <p:graphicFrame>
        <p:nvGraphicFramePr>
          <p:cNvPr id="42" name="表格 41">
            <a:extLst>
              <a:ext uri="{FF2B5EF4-FFF2-40B4-BE49-F238E27FC236}">
                <a16:creationId xmlns:a16="http://schemas.microsoft.com/office/drawing/2014/main" id="{F1EBD20B-EAA0-FBE0-42E5-7EC4A6A10948}"/>
              </a:ext>
            </a:extLst>
          </p:cNvPr>
          <p:cNvGraphicFramePr>
            <a:graphicFrameLocks noGrp="1"/>
          </p:cNvGraphicFramePr>
          <p:nvPr>
            <p:extLst>
              <p:ext uri="{D42A27DB-BD31-4B8C-83A1-F6EECF244321}">
                <p14:modId xmlns:p14="http://schemas.microsoft.com/office/powerpoint/2010/main" val="556665092"/>
              </p:ext>
            </p:extLst>
          </p:nvPr>
        </p:nvGraphicFramePr>
        <p:xfrm>
          <a:off x="276169" y="3223551"/>
          <a:ext cx="8591662" cy="1313080"/>
        </p:xfrm>
        <a:graphic>
          <a:graphicData uri="http://schemas.openxmlformats.org/drawingml/2006/table">
            <a:tbl>
              <a:tblPr firstRow="1" bandRow="1"/>
              <a:tblGrid>
                <a:gridCol w="4295831">
                  <a:extLst>
                    <a:ext uri="{9D8B030D-6E8A-4147-A177-3AD203B41FA5}">
                      <a16:colId xmlns:a16="http://schemas.microsoft.com/office/drawing/2014/main" val="1567664700"/>
                    </a:ext>
                  </a:extLst>
                </a:gridCol>
                <a:gridCol w="4295831">
                  <a:extLst>
                    <a:ext uri="{9D8B030D-6E8A-4147-A177-3AD203B41FA5}">
                      <a16:colId xmlns:a16="http://schemas.microsoft.com/office/drawing/2014/main" val="1372164153"/>
                    </a:ext>
                  </a:extLst>
                </a:gridCol>
              </a:tblGrid>
              <a:tr h="244450">
                <a:tc>
                  <a:txBody>
                    <a:bodyPr/>
                    <a:lstStyle/>
                    <a:p>
                      <a:pPr algn="ctr">
                        <a:lnSpc>
                          <a:spcPct val="100000"/>
                        </a:lnSpc>
                      </a:pPr>
                      <a:r>
                        <a:rPr lang="en-US" altLang="zh-CN" sz="1600" b="1" dirty="0">
                          <a:solidFill>
                            <a:srgbClr val="002060"/>
                          </a:solidFill>
                          <a:latin typeface="Times New Roman" panose="02020603050405020304" pitchFamily="18" charset="0"/>
                          <a:cs typeface="Times New Roman" panose="02020603050405020304" pitchFamily="18" charset="0"/>
                        </a:rPr>
                        <a:t>Parameter</a:t>
                      </a:r>
                      <a:endParaRPr lang="zh-CN" altLang="en-US" sz="1600" b="1"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lnSpc>
                          <a:spcPct val="100000"/>
                        </a:lnSpc>
                      </a:pPr>
                      <a:r>
                        <a:rPr lang="en-US" altLang="zh-CN" sz="1600" b="1" dirty="0">
                          <a:solidFill>
                            <a:srgbClr val="002060"/>
                          </a:solidFill>
                          <a:latin typeface="Times New Roman" panose="02020603050405020304" pitchFamily="18" charset="0"/>
                          <a:cs typeface="Times New Roman" panose="02020603050405020304" pitchFamily="18" charset="0"/>
                        </a:rPr>
                        <a:t>Value</a:t>
                      </a:r>
                      <a:endParaRPr lang="zh-CN" altLang="en-US" sz="1600" b="1"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84457955"/>
                  </a:ext>
                </a:extLst>
              </a:tr>
              <a:tr h="244450">
                <a:tc>
                  <a:txBody>
                    <a:bodyPr/>
                    <a:lstStyle>
                      <a:lvl1pPr marL="0" algn="l" defTabSz="914400" rtl="0" eaLnBrk="1" latinLnBrk="0" hangingPunct="1">
                        <a:defRPr sz="1800" b="1" kern="1200">
                          <a:solidFill>
                            <a:schemeClr val="lt1"/>
                          </a:solidFill>
                          <a:latin typeface="等线" panose="02110004020202020204"/>
                        </a:defRPr>
                      </a:lvl1pPr>
                      <a:lvl2pPr marL="457200" algn="l" defTabSz="914400" rtl="0" eaLnBrk="1" latinLnBrk="0" hangingPunct="1">
                        <a:defRPr sz="1800" b="1" kern="1200">
                          <a:solidFill>
                            <a:schemeClr val="lt1"/>
                          </a:solidFill>
                          <a:latin typeface="等线" panose="02110004020202020204"/>
                        </a:defRPr>
                      </a:lvl2pPr>
                      <a:lvl3pPr marL="914400" algn="l" defTabSz="914400" rtl="0" eaLnBrk="1" latinLnBrk="0" hangingPunct="1">
                        <a:defRPr sz="1800" b="1" kern="1200">
                          <a:solidFill>
                            <a:schemeClr val="lt1"/>
                          </a:solidFill>
                          <a:latin typeface="等线" panose="02110004020202020204"/>
                        </a:defRPr>
                      </a:lvl3pPr>
                      <a:lvl4pPr marL="1371600" algn="l" defTabSz="914400" rtl="0" eaLnBrk="1" latinLnBrk="0" hangingPunct="1">
                        <a:defRPr sz="1800" b="1" kern="1200">
                          <a:solidFill>
                            <a:schemeClr val="lt1"/>
                          </a:solidFill>
                          <a:latin typeface="等线" panose="02110004020202020204"/>
                        </a:defRPr>
                      </a:lvl4pPr>
                      <a:lvl5pPr marL="1828800" algn="l" defTabSz="914400" rtl="0" eaLnBrk="1" latinLnBrk="0" hangingPunct="1">
                        <a:defRPr sz="1800" b="1" kern="1200">
                          <a:solidFill>
                            <a:schemeClr val="lt1"/>
                          </a:solidFill>
                          <a:latin typeface="等线" panose="02110004020202020204"/>
                        </a:defRPr>
                      </a:lvl5pPr>
                      <a:lvl6pPr marL="2286000" algn="l" defTabSz="914400" rtl="0" eaLnBrk="1" latinLnBrk="0" hangingPunct="1">
                        <a:defRPr sz="1800" b="1" kern="1200">
                          <a:solidFill>
                            <a:schemeClr val="lt1"/>
                          </a:solidFill>
                          <a:latin typeface="等线" panose="02110004020202020204"/>
                        </a:defRPr>
                      </a:lvl6pPr>
                      <a:lvl7pPr marL="2743200" algn="l" defTabSz="914400" rtl="0" eaLnBrk="1" latinLnBrk="0" hangingPunct="1">
                        <a:defRPr sz="1800" b="1" kern="1200">
                          <a:solidFill>
                            <a:schemeClr val="lt1"/>
                          </a:solidFill>
                          <a:latin typeface="等线" panose="02110004020202020204"/>
                        </a:defRPr>
                      </a:lvl7pPr>
                      <a:lvl8pPr marL="3200400" algn="l" defTabSz="914400" rtl="0" eaLnBrk="1" latinLnBrk="0" hangingPunct="1">
                        <a:defRPr sz="1800" b="1" kern="1200">
                          <a:solidFill>
                            <a:schemeClr val="lt1"/>
                          </a:solidFill>
                          <a:latin typeface="等线" panose="02110004020202020204"/>
                        </a:defRPr>
                      </a:lvl8pPr>
                      <a:lvl9pPr marL="3657600" algn="l" defTabSz="914400" rtl="0" eaLnBrk="1" latinLnBrk="0" hangingPunct="1">
                        <a:defRPr sz="1800" b="1" kern="1200">
                          <a:solidFill>
                            <a:schemeClr val="lt1"/>
                          </a:solidFill>
                          <a:latin typeface="等线" panose="02110004020202020204"/>
                        </a:defRPr>
                      </a:lvl9pPr>
                    </a:lstStyle>
                    <a:p>
                      <a:pPr algn="ctr">
                        <a:lnSpc>
                          <a:spcPct val="50000"/>
                        </a:lnSpc>
                      </a:pPr>
                      <a:r>
                        <a:rPr lang="en-US" altLang="zh-CN" sz="16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Cruise Altitude</a:t>
                      </a:r>
                      <a:endParaRPr lang="zh-CN" altLang="en-US" sz="1600" b="1"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b="1" kern="1200">
                          <a:solidFill>
                            <a:schemeClr val="lt1"/>
                          </a:solidFill>
                          <a:latin typeface="等线" panose="02110004020202020204"/>
                        </a:defRPr>
                      </a:lvl1pPr>
                      <a:lvl2pPr marL="457200" algn="l" defTabSz="914400" rtl="0" eaLnBrk="1" latinLnBrk="0" hangingPunct="1">
                        <a:defRPr sz="1800" b="1" kern="1200">
                          <a:solidFill>
                            <a:schemeClr val="lt1"/>
                          </a:solidFill>
                          <a:latin typeface="等线" panose="02110004020202020204"/>
                        </a:defRPr>
                      </a:lvl2pPr>
                      <a:lvl3pPr marL="914400" algn="l" defTabSz="914400" rtl="0" eaLnBrk="1" latinLnBrk="0" hangingPunct="1">
                        <a:defRPr sz="1800" b="1" kern="1200">
                          <a:solidFill>
                            <a:schemeClr val="lt1"/>
                          </a:solidFill>
                          <a:latin typeface="等线" panose="02110004020202020204"/>
                        </a:defRPr>
                      </a:lvl3pPr>
                      <a:lvl4pPr marL="1371600" algn="l" defTabSz="914400" rtl="0" eaLnBrk="1" latinLnBrk="0" hangingPunct="1">
                        <a:defRPr sz="1800" b="1" kern="1200">
                          <a:solidFill>
                            <a:schemeClr val="lt1"/>
                          </a:solidFill>
                          <a:latin typeface="等线" panose="02110004020202020204"/>
                        </a:defRPr>
                      </a:lvl4pPr>
                      <a:lvl5pPr marL="1828800" algn="l" defTabSz="914400" rtl="0" eaLnBrk="1" latinLnBrk="0" hangingPunct="1">
                        <a:defRPr sz="1800" b="1" kern="1200">
                          <a:solidFill>
                            <a:schemeClr val="lt1"/>
                          </a:solidFill>
                          <a:latin typeface="等线" panose="02110004020202020204"/>
                        </a:defRPr>
                      </a:lvl5pPr>
                      <a:lvl6pPr marL="2286000" algn="l" defTabSz="914400" rtl="0" eaLnBrk="1" latinLnBrk="0" hangingPunct="1">
                        <a:defRPr sz="1800" b="1" kern="1200">
                          <a:solidFill>
                            <a:schemeClr val="lt1"/>
                          </a:solidFill>
                          <a:latin typeface="等线" panose="02110004020202020204"/>
                        </a:defRPr>
                      </a:lvl6pPr>
                      <a:lvl7pPr marL="2743200" algn="l" defTabSz="914400" rtl="0" eaLnBrk="1" latinLnBrk="0" hangingPunct="1">
                        <a:defRPr sz="1800" b="1" kern="1200">
                          <a:solidFill>
                            <a:schemeClr val="lt1"/>
                          </a:solidFill>
                          <a:latin typeface="等线" panose="02110004020202020204"/>
                        </a:defRPr>
                      </a:lvl7pPr>
                      <a:lvl8pPr marL="3200400" algn="l" defTabSz="914400" rtl="0" eaLnBrk="1" latinLnBrk="0" hangingPunct="1">
                        <a:defRPr sz="1800" b="1" kern="1200">
                          <a:solidFill>
                            <a:schemeClr val="lt1"/>
                          </a:solidFill>
                          <a:latin typeface="等线" panose="02110004020202020204"/>
                        </a:defRPr>
                      </a:lvl8pPr>
                      <a:lvl9pPr marL="3657600" algn="l" defTabSz="914400" rtl="0" eaLnBrk="1" latinLnBrk="0" hangingPunct="1">
                        <a:defRPr sz="1800" b="1" kern="1200">
                          <a:solidFill>
                            <a:schemeClr val="lt1"/>
                          </a:solidFill>
                          <a:latin typeface="等线" panose="02110004020202020204"/>
                        </a:defRPr>
                      </a:lvl9pPr>
                    </a:lstStyle>
                    <a:p>
                      <a:pPr algn="ctr">
                        <a:lnSpc>
                          <a:spcPct val="50000"/>
                        </a:lnSpc>
                      </a:pPr>
                      <a:r>
                        <a:rPr lang="en-US" altLang="zh-CN" sz="1600" b="1" dirty="0">
                          <a:solidFill>
                            <a:srgbClr val="002060"/>
                          </a:solidFill>
                          <a:latin typeface="Times New Roman" panose="02020603050405020304" pitchFamily="18" charset="0"/>
                          <a:cs typeface="Times New Roman" panose="02020603050405020304" pitchFamily="18" charset="0"/>
                        </a:rPr>
                        <a:t>18km</a:t>
                      </a:r>
                      <a:endParaRPr lang="zh-CN" altLang="en-US" sz="1600" b="1"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4181819651"/>
                  </a:ext>
                </a:extLst>
              </a:tr>
              <a:tr h="244450">
                <a:tc>
                  <a:txBody>
                    <a:bodyPr/>
                    <a:lstStyle>
                      <a:lvl1pPr marL="0" algn="l" defTabSz="914400" rtl="0" eaLnBrk="1" latinLnBrk="0" hangingPunct="1">
                        <a:defRPr sz="1800" kern="1200">
                          <a:solidFill>
                            <a:schemeClr val="dk1"/>
                          </a:solidFill>
                          <a:latin typeface="等线" panose="02110004020202020204"/>
                        </a:defRPr>
                      </a:lvl1pPr>
                      <a:lvl2pPr marL="457200" algn="l" defTabSz="914400" rtl="0" eaLnBrk="1" latinLnBrk="0" hangingPunct="1">
                        <a:defRPr sz="1800" kern="1200">
                          <a:solidFill>
                            <a:schemeClr val="dk1"/>
                          </a:solidFill>
                          <a:latin typeface="等线" panose="02110004020202020204"/>
                        </a:defRPr>
                      </a:lvl2pPr>
                      <a:lvl3pPr marL="914400" algn="l" defTabSz="914400" rtl="0" eaLnBrk="1" latinLnBrk="0" hangingPunct="1">
                        <a:defRPr sz="1800" kern="1200">
                          <a:solidFill>
                            <a:schemeClr val="dk1"/>
                          </a:solidFill>
                          <a:latin typeface="等线" panose="02110004020202020204"/>
                        </a:defRPr>
                      </a:lvl3pPr>
                      <a:lvl4pPr marL="1371600" algn="l" defTabSz="914400" rtl="0" eaLnBrk="1" latinLnBrk="0" hangingPunct="1">
                        <a:defRPr sz="1800" kern="1200">
                          <a:solidFill>
                            <a:schemeClr val="dk1"/>
                          </a:solidFill>
                          <a:latin typeface="等线" panose="02110004020202020204"/>
                        </a:defRPr>
                      </a:lvl4pPr>
                      <a:lvl5pPr marL="1828800" algn="l" defTabSz="914400" rtl="0" eaLnBrk="1" latinLnBrk="0" hangingPunct="1">
                        <a:defRPr sz="1800" kern="1200">
                          <a:solidFill>
                            <a:schemeClr val="dk1"/>
                          </a:solidFill>
                          <a:latin typeface="等线" panose="02110004020202020204"/>
                        </a:defRPr>
                      </a:lvl5pPr>
                      <a:lvl6pPr marL="2286000" algn="l" defTabSz="914400" rtl="0" eaLnBrk="1" latinLnBrk="0" hangingPunct="1">
                        <a:defRPr sz="1800" kern="1200">
                          <a:solidFill>
                            <a:schemeClr val="dk1"/>
                          </a:solidFill>
                          <a:latin typeface="等线" panose="02110004020202020204"/>
                        </a:defRPr>
                      </a:lvl6pPr>
                      <a:lvl7pPr marL="2743200" algn="l" defTabSz="914400" rtl="0" eaLnBrk="1" latinLnBrk="0" hangingPunct="1">
                        <a:defRPr sz="1800" kern="1200">
                          <a:solidFill>
                            <a:schemeClr val="dk1"/>
                          </a:solidFill>
                          <a:latin typeface="等线" panose="02110004020202020204"/>
                        </a:defRPr>
                      </a:lvl7pPr>
                      <a:lvl8pPr marL="3200400" algn="l" defTabSz="914400" rtl="0" eaLnBrk="1" latinLnBrk="0" hangingPunct="1">
                        <a:defRPr sz="1800" kern="1200">
                          <a:solidFill>
                            <a:schemeClr val="dk1"/>
                          </a:solidFill>
                          <a:latin typeface="等线" panose="02110004020202020204"/>
                        </a:defRPr>
                      </a:lvl8pPr>
                      <a:lvl9pPr marL="3657600" algn="l" defTabSz="914400" rtl="0" eaLnBrk="1" latinLnBrk="0" hangingPunct="1">
                        <a:defRPr sz="1800" kern="1200">
                          <a:solidFill>
                            <a:schemeClr val="dk1"/>
                          </a:solidFill>
                          <a:latin typeface="等线" panose="02110004020202020204"/>
                        </a:defRPr>
                      </a:lvl9pPr>
                    </a:lstStyle>
                    <a:p>
                      <a:pPr algn="ctr">
                        <a:lnSpc>
                          <a:spcPct val="50000"/>
                        </a:lnSpc>
                      </a:pPr>
                      <a:r>
                        <a:rPr lang="en-US" altLang="zh-CN" sz="16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Cruise Mach Number</a:t>
                      </a:r>
                      <a:endParaRPr lang="zh-CN" altLang="en-US" sz="1600" b="1"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等线" panose="02110004020202020204"/>
                        </a:defRPr>
                      </a:lvl1pPr>
                      <a:lvl2pPr marL="457200" algn="l" defTabSz="914400" rtl="0" eaLnBrk="1" latinLnBrk="0" hangingPunct="1">
                        <a:defRPr sz="1800" kern="1200">
                          <a:solidFill>
                            <a:schemeClr val="dk1"/>
                          </a:solidFill>
                          <a:latin typeface="等线" panose="02110004020202020204"/>
                        </a:defRPr>
                      </a:lvl2pPr>
                      <a:lvl3pPr marL="914400" algn="l" defTabSz="914400" rtl="0" eaLnBrk="1" latinLnBrk="0" hangingPunct="1">
                        <a:defRPr sz="1800" kern="1200">
                          <a:solidFill>
                            <a:schemeClr val="dk1"/>
                          </a:solidFill>
                          <a:latin typeface="等线" panose="02110004020202020204"/>
                        </a:defRPr>
                      </a:lvl3pPr>
                      <a:lvl4pPr marL="1371600" algn="l" defTabSz="914400" rtl="0" eaLnBrk="1" latinLnBrk="0" hangingPunct="1">
                        <a:defRPr sz="1800" kern="1200">
                          <a:solidFill>
                            <a:schemeClr val="dk1"/>
                          </a:solidFill>
                          <a:latin typeface="等线" panose="02110004020202020204"/>
                        </a:defRPr>
                      </a:lvl4pPr>
                      <a:lvl5pPr marL="1828800" algn="l" defTabSz="914400" rtl="0" eaLnBrk="1" latinLnBrk="0" hangingPunct="1">
                        <a:defRPr sz="1800" kern="1200">
                          <a:solidFill>
                            <a:schemeClr val="dk1"/>
                          </a:solidFill>
                          <a:latin typeface="等线" panose="02110004020202020204"/>
                        </a:defRPr>
                      </a:lvl5pPr>
                      <a:lvl6pPr marL="2286000" algn="l" defTabSz="914400" rtl="0" eaLnBrk="1" latinLnBrk="0" hangingPunct="1">
                        <a:defRPr sz="1800" kern="1200">
                          <a:solidFill>
                            <a:schemeClr val="dk1"/>
                          </a:solidFill>
                          <a:latin typeface="等线" panose="02110004020202020204"/>
                        </a:defRPr>
                      </a:lvl6pPr>
                      <a:lvl7pPr marL="2743200" algn="l" defTabSz="914400" rtl="0" eaLnBrk="1" latinLnBrk="0" hangingPunct="1">
                        <a:defRPr sz="1800" kern="1200">
                          <a:solidFill>
                            <a:schemeClr val="dk1"/>
                          </a:solidFill>
                          <a:latin typeface="等线" panose="02110004020202020204"/>
                        </a:defRPr>
                      </a:lvl7pPr>
                      <a:lvl8pPr marL="3200400" algn="l" defTabSz="914400" rtl="0" eaLnBrk="1" latinLnBrk="0" hangingPunct="1">
                        <a:defRPr sz="1800" kern="1200">
                          <a:solidFill>
                            <a:schemeClr val="dk1"/>
                          </a:solidFill>
                          <a:latin typeface="等线" panose="02110004020202020204"/>
                        </a:defRPr>
                      </a:lvl8pPr>
                      <a:lvl9pPr marL="3657600" algn="l" defTabSz="914400" rtl="0" eaLnBrk="1" latinLnBrk="0" hangingPunct="1">
                        <a:defRPr sz="1800" kern="1200">
                          <a:solidFill>
                            <a:schemeClr val="dk1"/>
                          </a:solidFill>
                          <a:latin typeface="等线" panose="02110004020202020204"/>
                        </a:defRPr>
                      </a:lvl9pPr>
                    </a:lstStyle>
                    <a:p>
                      <a:pPr algn="ctr">
                        <a:lnSpc>
                          <a:spcPct val="50000"/>
                        </a:lnSpc>
                      </a:pPr>
                      <a:r>
                        <a:rPr lang="en-US" altLang="zh-CN" sz="1600" b="1" dirty="0">
                          <a:solidFill>
                            <a:srgbClr val="002060"/>
                          </a:solidFill>
                          <a:latin typeface="Times New Roman" panose="02020603050405020304" pitchFamily="18" charset="0"/>
                          <a:cs typeface="Times New Roman" panose="02020603050405020304" pitchFamily="18" charset="0"/>
                        </a:rPr>
                        <a:t>1.8</a:t>
                      </a:r>
                      <a:endParaRPr lang="zh-CN" altLang="en-US" sz="1600" b="1"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352278667"/>
                  </a:ext>
                </a:extLst>
              </a:tr>
              <a:tr h="244450">
                <a:tc>
                  <a:txBody>
                    <a:bodyPr/>
                    <a:lstStyle>
                      <a:lvl1pPr marL="0" algn="l" defTabSz="914400" rtl="0" eaLnBrk="1" latinLnBrk="0" hangingPunct="1">
                        <a:defRPr sz="1800" kern="1200">
                          <a:solidFill>
                            <a:schemeClr val="dk1"/>
                          </a:solidFill>
                          <a:latin typeface="等线" panose="02110004020202020204"/>
                        </a:defRPr>
                      </a:lvl1pPr>
                      <a:lvl2pPr marL="457200" algn="l" defTabSz="914400" rtl="0" eaLnBrk="1" latinLnBrk="0" hangingPunct="1">
                        <a:defRPr sz="1800" kern="1200">
                          <a:solidFill>
                            <a:schemeClr val="dk1"/>
                          </a:solidFill>
                          <a:latin typeface="等线" panose="02110004020202020204"/>
                        </a:defRPr>
                      </a:lvl2pPr>
                      <a:lvl3pPr marL="914400" algn="l" defTabSz="914400" rtl="0" eaLnBrk="1" latinLnBrk="0" hangingPunct="1">
                        <a:defRPr sz="1800" kern="1200">
                          <a:solidFill>
                            <a:schemeClr val="dk1"/>
                          </a:solidFill>
                          <a:latin typeface="等线" panose="02110004020202020204"/>
                        </a:defRPr>
                      </a:lvl3pPr>
                      <a:lvl4pPr marL="1371600" algn="l" defTabSz="914400" rtl="0" eaLnBrk="1" latinLnBrk="0" hangingPunct="1">
                        <a:defRPr sz="1800" kern="1200">
                          <a:solidFill>
                            <a:schemeClr val="dk1"/>
                          </a:solidFill>
                          <a:latin typeface="等线" panose="02110004020202020204"/>
                        </a:defRPr>
                      </a:lvl4pPr>
                      <a:lvl5pPr marL="1828800" algn="l" defTabSz="914400" rtl="0" eaLnBrk="1" latinLnBrk="0" hangingPunct="1">
                        <a:defRPr sz="1800" kern="1200">
                          <a:solidFill>
                            <a:schemeClr val="dk1"/>
                          </a:solidFill>
                          <a:latin typeface="等线" panose="02110004020202020204"/>
                        </a:defRPr>
                      </a:lvl5pPr>
                      <a:lvl6pPr marL="2286000" algn="l" defTabSz="914400" rtl="0" eaLnBrk="1" latinLnBrk="0" hangingPunct="1">
                        <a:defRPr sz="1800" kern="1200">
                          <a:solidFill>
                            <a:schemeClr val="dk1"/>
                          </a:solidFill>
                          <a:latin typeface="等线" panose="02110004020202020204"/>
                        </a:defRPr>
                      </a:lvl6pPr>
                      <a:lvl7pPr marL="2743200" algn="l" defTabSz="914400" rtl="0" eaLnBrk="1" latinLnBrk="0" hangingPunct="1">
                        <a:defRPr sz="1800" kern="1200">
                          <a:solidFill>
                            <a:schemeClr val="dk1"/>
                          </a:solidFill>
                          <a:latin typeface="等线" panose="02110004020202020204"/>
                        </a:defRPr>
                      </a:lvl7pPr>
                      <a:lvl8pPr marL="3200400" algn="l" defTabSz="914400" rtl="0" eaLnBrk="1" latinLnBrk="0" hangingPunct="1">
                        <a:defRPr sz="1800" kern="1200">
                          <a:solidFill>
                            <a:schemeClr val="dk1"/>
                          </a:solidFill>
                          <a:latin typeface="等线" panose="02110004020202020204"/>
                        </a:defRPr>
                      </a:lvl8pPr>
                      <a:lvl9pPr marL="3657600" algn="l" defTabSz="914400" rtl="0" eaLnBrk="1" latinLnBrk="0" hangingPunct="1">
                        <a:defRPr sz="1800" kern="1200">
                          <a:solidFill>
                            <a:schemeClr val="dk1"/>
                          </a:solidFill>
                          <a:latin typeface="等线" panose="02110004020202020204"/>
                        </a:defRPr>
                      </a:lvl9pPr>
                    </a:lstStyle>
                    <a:p>
                      <a:pPr algn="ctr">
                        <a:lnSpc>
                          <a:spcPct val="50000"/>
                        </a:lnSpc>
                      </a:pPr>
                      <a:r>
                        <a:rPr lang="en-US" altLang="zh-CN" sz="16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Total Weight</a:t>
                      </a:r>
                      <a:endParaRPr lang="zh-CN" altLang="en-US" sz="1600" b="1"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等线" panose="02110004020202020204"/>
                        </a:defRPr>
                      </a:lvl1pPr>
                      <a:lvl2pPr marL="457200" algn="l" defTabSz="914400" rtl="0" eaLnBrk="1" latinLnBrk="0" hangingPunct="1">
                        <a:defRPr sz="1800" kern="1200">
                          <a:solidFill>
                            <a:schemeClr val="dk1"/>
                          </a:solidFill>
                          <a:latin typeface="等线" panose="02110004020202020204"/>
                        </a:defRPr>
                      </a:lvl2pPr>
                      <a:lvl3pPr marL="914400" algn="l" defTabSz="914400" rtl="0" eaLnBrk="1" latinLnBrk="0" hangingPunct="1">
                        <a:defRPr sz="1800" kern="1200">
                          <a:solidFill>
                            <a:schemeClr val="dk1"/>
                          </a:solidFill>
                          <a:latin typeface="等线" panose="02110004020202020204"/>
                        </a:defRPr>
                      </a:lvl3pPr>
                      <a:lvl4pPr marL="1371600" algn="l" defTabSz="914400" rtl="0" eaLnBrk="1" latinLnBrk="0" hangingPunct="1">
                        <a:defRPr sz="1800" kern="1200">
                          <a:solidFill>
                            <a:schemeClr val="dk1"/>
                          </a:solidFill>
                          <a:latin typeface="等线" panose="02110004020202020204"/>
                        </a:defRPr>
                      </a:lvl4pPr>
                      <a:lvl5pPr marL="1828800" algn="l" defTabSz="914400" rtl="0" eaLnBrk="1" latinLnBrk="0" hangingPunct="1">
                        <a:defRPr sz="1800" kern="1200">
                          <a:solidFill>
                            <a:schemeClr val="dk1"/>
                          </a:solidFill>
                          <a:latin typeface="等线" panose="02110004020202020204"/>
                        </a:defRPr>
                      </a:lvl5pPr>
                      <a:lvl6pPr marL="2286000" algn="l" defTabSz="914400" rtl="0" eaLnBrk="1" latinLnBrk="0" hangingPunct="1">
                        <a:defRPr sz="1800" kern="1200">
                          <a:solidFill>
                            <a:schemeClr val="dk1"/>
                          </a:solidFill>
                          <a:latin typeface="等线" panose="02110004020202020204"/>
                        </a:defRPr>
                      </a:lvl6pPr>
                      <a:lvl7pPr marL="2743200" algn="l" defTabSz="914400" rtl="0" eaLnBrk="1" latinLnBrk="0" hangingPunct="1">
                        <a:defRPr sz="1800" kern="1200">
                          <a:solidFill>
                            <a:schemeClr val="dk1"/>
                          </a:solidFill>
                          <a:latin typeface="等线" panose="02110004020202020204"/>
                        </a:defRPr>
                      </a:lvl7pPr>
                      <a:lvl8pPr marL="3200400" algn="l" defTabSz="914400" rtl="0" eaLnBrk="1" latinLnBrk="0" hangingPunct="1">
                        <a:defRPr sz="1800" kern="1200">
                          <a:solidFill>
                            <a:schemeClr val="dk1"/>
                          </a:solidFill>
                          <a:latin typeface="等线" panose="02110004020202020204"/>
                        </a:defRPr>
                      </a:lvl8pPr>
                      <a:lvl9pPr marL="3657600" algn="l" defTabSz="914400" rtl="0" eaLnBrk="1" latinLnBrk="0" hangingPunct="1">
                        <a:defRPr sz="1800" kern="1200">
                          <a:solidFill>
                            <a:schemeClr val="dk1"/>
                          </a:solidFill>
                          <a:latin typeface="等线" panose="02110004020202020204"/>
                        </a:defRPr>
                      </a:lvl9pPr>
                    </a:lstStyle>
                    <a:p>
                      <a:pPr algn="ctr">
                        <a:lnSpc>
                          <a:spcPct val="50000"/>
                        </a:lnSpc>
                      </a:pPr>
                      <a:r>
                        <a:rPr lang="en-US" altLang="zh-CN" sz="1600" b="1" dirty="0">
                          <a:solidFill>
                            <a:srgbClr val="002060"/>
                          </a:solidFill>
                          <a:latin typeface="Times New Roman" panose="02020603050405020304" pitchFamily="18" charset="0"/>
                          <a:cs typeface="Times New Roman" panose="02020603050405020304" pitchFamily="18" charset="0"/>
                        </a:rPr>
                        <a:t>170t</a:t>
                      </a:r>
                      <a:endParaRPr lang="zh-CN" altLang="en-US" sz="1600" b="1"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37004634"/>
                  </a:ext>
                </a:extLst>
              </a:tr>
              <a:tr h="244450">
                <a:tc>
                  <a:txBody>
                    <a:bodyPr/>
                    <a:lstStyle>
                      <a:lvl1pPr marL="0" algn="l" defTabSz="914400" rtl="0" eaLnBrk="1" latinLnBrk="0" hangingPunct="1">
                        <a:defRPr sz="1800" kern="1200">
                          <a:solidFill>
                            <a:schemeClr val="dk1"/>
                          </a:solidFill>
                          <a:latin typeface="等线" panose="02110004020202020204"/>
                        </a:defRPr>
                      </a:lvl1pPr>
                      <a:lvl2pPr marL="457200" algn="l" defTabSz="914400" rtl="0" eaLnBrk="1" latinLnBrk="0" hangingPunct="1">
                        <a:defRPr sz="1800" kern="1200">
                          <a:solidFill>
                            <a:schemeClr val="dk1"/>
                          </a:solidFill>
                          <a:latin typeface="等线" panose="02110004020202020204"/>
                        </a:defRPr>
                      </a:lvl2pPr>
                      <a:lvl3pPr marL="914400" algn="l" defTabSz="914400" rtl="0" eaLnBrk="1" latinLnBrk="0" hangingPunct="1">
                        <a:defRPr sz="1800" kern="1200">
                          <a:solidFill>
                            <a:schemeClr val="dk1"/>
                          </a:solidFill>
                          <a:latin typeface="等线" panose="02110004020202020204"/>
                        </a:defRPr>
                      </a:lvl3pPr>
                      <a:lvl4pPr marL="1371600" algn="l" defTabSz="914400" rtl="0" eaLnBrk="1" latinLnBrk="0" hangingPunct="1">
                        <a:defRPr sz="1800" kern="1200">
                          <a:solidFill>
                            <a:schemeClr val="dk1"/>
                          </a:solidFill>
                          <a:latin typeface="等线" panose="02110004020202020204"/>
                        </a:defRPr>
                      </a:lvl4pPr>
                      <a:lvl5pPr marL="1828800" algn="l" defTabSz="914400" rtl="0" eaLnBrk="1" latinLnBrk="0" hangingPunct="1">
                        <a:defRPr sz="1800" kern="1200">
                          <a:solidFill>
                            <a:schemeClr val="dk1"/>
                          </a:solidFill>
                          <a:latin typeface="等线" panose="02110004020202020204"/>
                        </a:defRPr>
                      </a:lvl5pPr>
                      <a:lvl6pPr marL="2286000" algn="l" defTabSz="914400" rtl="0" eaLnBrk="1" latinLnBrk="0" hangingPunct="1">
                        <a:defRPr sz="1800" kern="1200">
                          <a:solidFill>
                            <a:schemeClr val="dk1"/>
                          </a:solidFill>
                          <a:latin typeface="等线" panose="02110004020202020204"/>
                        </a:defRPr>
                      </a:lvl6pPr>
                      <a:lvl7pPr marL="2743200" algn="l" defTabSz="914400" rtl="0" eaLnBrk="1" latinLnBrk="0" hangingPunct="1">
                        <a:defRPr sz="1800" kern="1200">
                          <a:solidFill>
                            <a:schemeClr val="dk1"/>
                          </a:solidFill>
                          <a:latin typeface="等线" panose="02110004020202020204"/>
                        </a:defRPr>
                      </a:lvl7pPr>
                      <a:lvl8pPr marL="3200400" algn="l" defTabSz="914400" rtl="0" eaLnBrk="1" latinLnBrk="0" hangingPunct="1">
                        <a:defRPr sz="1800" kern="1200">
                          <a:solidFill>
                            <a:schemeClr val="dk1"/>
                          </a:solidFill>
                          <a:latin typeface="等线" panose="02110004020202020204"/>
                        </a:defRPr>
                      </a:lvl8pPr>
                      <a:lvl9pPr marL="3657600" algn="l" defTabSz="914400" rtl="0" eaLnBrk="1" latinLnBrk="0" hangingPunct="1">
                        <a:defRPr sz="1800" kern="1200">
                          <a:solidFill>
                            <a:schemeClr val="dk1"/>
                          </a:solidFill>
                          <a:latin typeface="等线" panose="02110004020202020204"/>
                        </a:defRPr>
                      </a:lvl9pPr>
                    </a:lstStyle>
                    <a:p>
                      <a:pPr algn="ctr">
                        <a:lnSpc>
                          <a:spcPct val="50000"/>
                        </a:lnSpc>
                      </a:pPr>
                      <a:r>
                        <a:rPr lang="en-US" altLang="zh-CN" sz="16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Cruise Weight</a:t>
                      </a:r>
                      <a:endParaRPr lang="zh-CN" altLang="en-US" sz="1600" b="1"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等线" panose="02110004020202020204"/>
                        </a:defRPr>
                      </a:lvl1pPr>
                      <a:lvl2pPr marL="457200" algn="l" defTabSz="914400" rtl="0" eaLnBrk="1" latinLnBrk="0" hangingPunct="1">
                        <a:defRPr sz="1800" kern="1200">
                          <a:solidFill>
                            <a:schemeClr val="dk1"/>
                          </a:solidFill>
                          <a:latin typeface="等线" panose="02110004020202020204"/>
                        </a:defRPr>
                      </a:lvl2pPr>
                      <a:lvl3pPr marL="914400" algn="l" defTabSz="914400" rtl="0" eaLnBrk="1" latinLnBrk="0" hangingPunct="1">
                        <a:defRPr sz="1800" kern="1200">
                          <a:solidFill>
                            <a:schemeClr val="dk1"/>
                          </a:solidFill>
                          <a:latin typeface="等线" panose="02110004020202020204"/>
                        </a:defRPr>
                      </a:lvl3pPr>
                      <a:lvl4pPr marL="1371600" algn="l" defTabSz="914400" rtl="0" eaLnBrk="1" latinLnBrk="0" hangingPunct="1">
                        <a:defRPr sz="1800" kern="1200">
                          <a:solidFill>
                            <a:schemeClr val="dk1"/>
                          </a:solidFill>
                          <a:latin typeface="等线" panose="02110004020202020204"/>
                        </a:defRPr>
                      </a:lvl4pPr>
                      <a:lvl5pPr marL="1828800" algn="l" defTabSz="914400" rtl="0" eaLnBrk="1" latinLnBrk="0" hangingPunct="1">
                        <a:defRPr sz="1800" kern="1200">
                          <a:solidFill>
                            <a:schemeClr val="dk1"/>
                          </a:solidFill>
                          <a:latin typeface="等线" panose="02110004020202020204"/>
                        </a:defRPr>
                      </a:lvl5pPr>
                      <a:lvl6pPr marL="2286000" algn="l" defTabSz="914400" rtl="0" eaLnBrk="1" latinLnBrk="0" hangingPunct="1">
                        <a:defRPr sz="1800" kern="1200">
                          <a:solidFill>
                            <a:schemeClr val="dk1"/>
                          </a:solidFill>
                          <a:latin typeface="等线" panose="02110004020202020204"/>
                        </a:defRPr>
                      </a:lvl6pPr>
                      <a:lvl7pPr marL="2743200" algn="l" defTabSz="914400" rtl="0" eaLnBrk="1" latinLnBrk="0" hangingPunct="1">
                        <a:defRPr sz="1800" kern="1200">
                          <a:solidFill>
                            <a:schemeClr val="dk1"/>
                          </a:solidFill>
                          <a:latin typeface="等线" panose="02110004020202020204"/>
                        </a:defRPr>
                      </a:lvl7pPr>
                      <a:lvl8pPr marL="3200400" algn="l" defTabSz="914400" rtl="0" eaLnBrk="1" latinLnBrk="0" hangingPunct="1">
                        <a:defRPr sz="1800" kern="1200">
                          <a:solidFill>
                            <a:schemeClr val="dk1"/>
                          </a:solidFill>
                          <a:latin typeface="等线" panose="02110004020202020204"/>
                        </a:defRPr>
                      </a:lvl8pPr>
                      <a:lvl9pPr marL="3657600" algn="l" defTabSz="914400" rtl="0" eaLnBrk="1" latinLnBrk="0" hangingPunct="1">
                        <a:defRPr sz="1800" kern="1200">
                          <a:solidFill>
                            <a:schemeClr val="dk1"/>
                          </a:solidFill>
                          <a:latin typeface="等线" panose="02110004020202020204"/>
                        </a:defRPr>
                      </a:lvl9pPr>
                    </a:lstStyle>
                    <a:p>
                      <a:pPr algn="ctr">
                        <a:lnSpc>
                          <a:spcPct val="50000"/>
                        </a:lnSpc>
                      </a:pPr>
                      <a:r>
                        <a:rPr lang="en-US" altLang="zh-CN" sz="1600" b="1" dirty="0">
                          <a:solidFill>
                            <a:srgbClr val="002060"/>
                          </a:solidFill>
                          <a:latin typeface="Times New Roman" panose="02020603050405020304" pitchFamily="18" charset="0"/>
                          <a:cs typeface="Times New Roman" panose="02020603050405020304" pitchFamily="18" charset="0"/>
                        </a:rPr>
                        <a:t>150t</a:t>
                      </a:r>
                      <a:endParaRPr lang="zh-CN" altLang="en-US" sz="1600" b="1" dirty="0">
                        <a:solidFill>
                          <a:srgbClr val="002060"/>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4012639399"/>
                  </a:ext>
                </a:extLst>
              </a:tr>
            </a:tbl>
          </a:graphicData>
        </a:graphic>
      </p:graphicFrame>
    </p:spTree>
    <p:extLst>
      <p:ext uri="{BB962C8B-B14F-4D97-AF65-F5344CB8AC3E}">
        <p14:creationId xmlns:p14="http://schemas.microsoft.com/office/powerpoint/2010/main" val="39349311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73DD8-6BCC-546C-F20F-9A21039FCF17}"/>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8271F9F3-3FC8-127F-D76F-4FF2EC0AA667}"/>
              </a:ext>
            </a:extLst>
          </p:cNvPr>
          <p:cNvSpPr>
            <a:spLocks noGrp="1"/>
          </p:cNvSpPr>
          <p:nvPr>
            <p:ph type="title"/>
          </p:nvPr>
        </p:nvSpPr>
        <p:spPr>
          <a:xfrm>
            <a:off x="457200" y="10913"/>
            <a:ext cx="8229600" cy="534392"/>
          </a:xfrm>
        </p:spPr>
        <p:txBody>
          <a:bodyPr>
            <a:normAutofit/>
          </a:bodyPr>
          <a:lstStyle/>
          <a:p>
            <a:r>
              <a:rPr lang="en-US" altLang="zh-CN" b="1" dirty="0"/>
              <a:t>2. Baseline Configuration</a:t>
            </a:r>
            <a:endParaRPr lang="en-US" b="1" dirty="0"/>
          </a:p>
        </p:txBody>
      </p:sp>
      <p:pic>
        <p:nvPicPr>
          <p:cNvPr id="2" name="Picture 5" descr="image15.png">
            <a:extLst>
              <a:ext uri="{FF2B5EF4-FFF2-40B4-BE49-F238E27FC236}">
                <a16:creationId xmlns:a16="http://schemas.microsoft.com/office/drawing/2014/main" id="{BACB74A0-0985-6DB5-7399-569AB90E7DFF}"/>
              </a:ext>
            </a:extLst>
          </p:cNvPr>
          <p:cNvPicPr>
            <a:picLocks noChangeAspect="1"/>
          </p:cNvPicPr>
          <p:nvPr/>
        </p:nvPicPr>
        <p:blipFill>
          <a:blip r:embed="rId3"/>
          <a:stretch>
            <a:fillRect/>
          </a:stretch>
        </p:blipFill>
        <p:spPr>
          <a:xfrm>
            <a:off x="799256" y="1008307"/>
            <a:ext cx="7545487" cy="2557152"/>
          </a:xfrm>
          <a:prstGeom prst="rect">
            <a:avLst/>
          </a:prstGeom>
          <a:ln w="9525">
            <a:noFill/>
          </a:ln>
        </p:spPr>
      </p:pic>
      <p:sp>
        <p:nvSpPr>
          <p:cNvPr id="3" name="Rounded Rectangle 8">
            <a:extLst>
              <a:ext uri="{FF2B5EF4-FFF2-40B4-BE49-F238E27FC236}">
                <a16:creationId xmlns:a16="http://schemas.microsoft.com/office/drawing/2014/main" id="{834283B6-4529-8FFA-6485-DFEEED8763C0}"/>
              </a:ext>
            </a:extLst>
          </p:cNvPr>
          <p:cNvSpPr/>
          <p:nvPr/>
        </p:nvSpPr>
        <p:spPr>
          <a:xfrm>
            <a:off x="124417" y="4230000"/>
            <a:ext cx="8895164" cy="350756"/>
          </a:xfrm>
          <a:prstGeom prst="roundRect">
            <a:avLst>
              <a:gd name="adj" fmla="val 16700"/>
            </a:avLst>
          </a:prstGeom>
          <a:solidFill>
            <a:sysClr val="window" lastClr="FFFFFF"/>
          </a:solidFill>
          <a:ln w="12700" cap="flat" cmpd="sng" algn="ctr">
            <a:solidFill>
              <a:srgbClr val="002060"/>
            </a:solidFill>
            <a:prstDash val="solid"/>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More </a:t>
            </a:r>
            <a:r>
              <a:rPr kumimoji="0" lang="en-US"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uniform </a:t>
            </a:r>
            <a:r>
              <a:rPr kumimoji="0" lang="en-US"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axial lift distribution</a:t>
            </a:r>
            <a:endParaRPr kumimoji="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4" name="TextBox 2">
            <a:extLst>
              <a:ext uri="{FF2B5EF4-FFF2-40B4-BE49-F238E27FC236}">
                <a16:creationId xmlns:a16="http://schemas.microsoft.com/office/drawing/2014/main" id="{01F5931A-4E26-923C-E964-3CC0F95CC8CC}"/>
              </a:ext>
            </a:extLst>
          </p:cNvPr>
          <p:cNvSpPr txBox="1"/>
          <p:nvPr/>
        </p:nvSpPr>
        <p:spPr>
          <a:xfrm>
            <a:off x="96012" y="724946"/>
            <a:ext cx="6738132" cy="246221"/>
          </a:xfrm>
          <a:prstGeom prst="rect">
            <a:avLst/>
          </a:prstGeom>
          <a:noFill/>
        </p:spPr>
        <p:txBody>
          <a:bodyPr wrap="square" lIns="0" tIns="0" rIns="0" bIns="0" anchor="t">
            <a:spAutoFit/>
          </a:bodyPr>
          <a:lstStyle/>
          <a:p>
            <a:pPr marL="342900" indent="-342900" fontAlgn="auto">
              <a:spcBef>
                <a:spcPts val="0"/>
              </a:spcBef>
              <a:spcAft>
                <a:spcPts val="400"/>
              </a:spcAft>
              <a:buFont typeface="Wingdings" panose="05000000000000000000" pitchFamily="2" charset="2"/>
              <a:buChar char="Ø"/>
            </a:pPr>
            <a:r>
              <a:rPr lang="en-US" sz="1600" b="1" dirty="0">
                <a:solidFill>
                  <a:srgbClr val="002060"/>
                </a:solidFill>
                <a:latin typeface="Arial"/>
                <a:ea typeface="+mn-ea"/>
                <a:cs typeface="+mn-cs"/>
              </a:rPr>
              <a:t>Baseline aerodynamic analysis</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D240400D-CC6C-4D4D-28A6-768A7BCA5056}"/>
                  </a:ext>
                </a:extLst>
              </p:cNvPr>
              <p:cNvSpPr txBox="1"/>
              <p:nvPr/>
            </p:nvSpPr>
            <p:spPr>
              <a:xfrm>
                <a:off x="799256" y="3273419"/>
                <a:ext cx="5741214" cy="861774"/>
              </a:xfrm>
              <a:prstGeom prst="rect">
                <a:avLst/>
              </a:prstGeom>
              <a:noFill/>
            </p:spPr>
            <p:txBody>
              <a:bodyPr wrap="square">
                <a:spAutoFit/>
              </a:bodyPr>
              <a:lstStyle/>
              <a:p>
                <a:pPr fontAlgn="auto">
                  <a:spcBef>
                    <a:spcPts val="0"/>
                  </a:spcBef>
                  <a:spcAft>
                    <a:spcPts val="0"/>
                  </a:spcAft>
                </a:pPr>
                <a:r>
                  <a:rPr lang="zh-CN" altLang="zh-CN" sz="1600" dirty="0">
                    <a:solidFill>
                      <a:srgbClr val="002060"/>
                    </a:solidFill>
                    <a:latin typeface="Helvetica" panose="020B0604020202020204" pitchFamily="34" charset="0"/>
                    <a:ea typeface="宋体" panose="02010600030101010101" pitchFamily="2" charset="-122"/>
                    <a:cs typeface="Helvetica" panose="020B0604020202020204" pitchFamily="34" charset="0"/>
                  </a:rPr>
                  <a:t>Baseline aerodynamic evaluation: </a:t>
                </a:r>
                <a:endParaRPr lang="en-US" altLang="zh-CN" sz="1600" dirty="0">
                  <a:solidFill>
                    <a:srgbClr val="002060"/>
                  </a:solidFill>
                  <a:latin typeface="Helvetica" panose="020B0604020202020204" pitchFamily="34" charset="0"/>
                  <a:ea typeface="宋体" panose="02010600030101010101" pitchFamily="2" charset="-122"/>
                  <a:cs typeface="Helvetica" panose="020B0604020202020204" pitchFamily="34" charset="0"/>
                </a:endParaRPr>
              </a:p>
              <a:p>
                <a:pPr fontAlgn="auto">
                  <a:spcBef>
                    <a:spcPts val="0"/>
                  </a:spcBef>
                  <a:spcAft>
                    <a:spcPts val="0"/>
                  </a:spcAft>
                </a:pPr>
                <a14:m>
                  <m:oMath xmlns:m="http://schemas.openxmlformats.org/officeDocument/2006/math">
                    <m:sSub>
                      <m:sSubPr>
                        <m:ctrlPr>
                          <a:rPr lang="en-US" altLang="zh-CN" sz="1600" i="1" smtClean="0">
                            <a:solidFill>
                              <a:srgbClr val="002060"/>
                            </a:solidFill>
                            <a:latin typeface="Cambria Math" panose="02040503050406030204" pitchFamily="18" charset="0"/>
                            <a:cs typeface="+mn-cs"/>
                          </a:rPr>
                        </m:ctrlPr>
                      </m:sSubPr>
                      <m:e>
                        <m:r>
                          <a:rPr lang="en-US" altLang="zh-CN" sz="1600" i="1" smtClean="0">
                            <a:solidFill>
                              <a:srgbClr val="002060"/>
                            </a:solidFill>
                            <a:latin typeface="Cambria Math" panose="02040503050406030204" pitchFamily="18" charset="0"/>
                            <a:cs typeface="+mn-cs"/>
                          </a:rPr>
                          <m:t>𝐴</m:t>
                        </m:r>
                      </m:e>
                      <m:sub>
                        <m:r>
                          <a:rPr lang="en-US" altLang="zh-CN" sz="1600" i="1" smtClean="0">
                            <a:solidFill>
                              <a:srgbClr val="002060"/>
                            </a:solidFill>
                            <a:latin typeface="Cambria Math" panose="02040503050406030204" pitchFamily="18" charset="0"/>
                            <a:cs typeface="+mn-cs"/>
                          </a:rPr>
                          <m:t>𝑐𝑟𝑢𝑖𝑠𝑒</m:t>
                        </m:r>
                      </m:sub>
                    </m:sSub>
                  </m:oMath>
                </a14:m>
                <a:r>
                  <a:rPr lang="zh-CN" altLang="zh-CN" sz="1600" dirty="0">
                    <a:solidFill>
                      <a:srgbClr val="002060"/>
                    </a:solidFill>
                    <a:latin typeface="Helvetica" panose="020B0604020202020204" pitchFamily="34" charset="0"/>
                    <a:ea typeface="宋体" panose="02010600030101010101" pitchFamily="2" charset="-122"/>
                    <a:cs typeface="Helvetica" panose="020B0604020202020204" pitchFamily="34" charset="0"/>
                  </a:rPr>
                  <a:t>=4.1</a:t>
                </a:r>
                <a:r>
                  <a:rPr lang="en-US" altLang="zh-CN" sz="1600" dirty="0">
                    <a:solidFill>
                      <a:srgbClr val="002060"/>
                    </a:solidFill>
                    <a:latin typeface="Helvetica" panose="020B0604020202020204" pitchFamily="34" charset="0"/>
                    <a:ea typeface="宋体" panose="02010600030101010101" pitchFamily="2" charset="-122"/>
                    <a:cs typeface="Helvetica" panose="020B0604020202020204" pitchFamily="34" charset="0"/>
                  </a:rPr>
                  <a:t>°</a:t>
                </a:r>
                <a:r>
                  <a:rPr lang="zh-CN" altLang="zh-CN" sz="1600" dirty="0">
                    <a:solidFill>
                      <a:srgbClr val="002060"/>
                    </a:solidFill>
                    <a:latin typeface="Helvetica" panose="020B0604020202020204" pitchFamily="34" charset="0"/>
                    <a:ea typeface="宋体" panose="02010600030101010101" pitchFamily="2" charset="-122"/>
                    <a:cs typeface="Helvetica" panose="020B0604020202020204" pitchFamily="34" charset="0"/>
                  </a:rPr>
                  <a:t>, </a:t>
                </a:r>
                <a14:m>
                  <m:oMath xmlns:m="http://schemas.openxmlformats.org/officeDocument/2006/math">
                    <m:sSub>
                      <m:sSubPr>
                        <m:ctrlPr>
                          <a:rPr lang="zh-CN" altLang="zh-CN" sz="1600" i="1" dirty="0" smtClean="0">
                            <a:solidFill>
                              <a:srgbClr val="002060"/>
                            </a:solidFill>
                            <a:latin typeface="Cambria Math" panose="02040503050406030204" pitchFamily="18" charset="0"/>
                            <a:cs typeface="+mn-cs"/>
                          </a:rPr>
                        </m:ctrlPr>
                      </m:sSubPr>
                      <m:e>
                        <m:r>
                          <a:rPr lang="zh-CN" altLang="zh-CN" sz="1600" i="1" dirty="0" smtClean="0">
                            <a:solidFill>
                              <a:srgbClr val="002060"/>
                            </a:solidFill>
                            <a:latin typeface="Cambria Math" panose="02040503050406030204" pitchFamily="18" charset="0"/>
                            <a:cs typeface="+mn-cs"/>
                          </a:rPr>
                          <m:t>𝐶</m:t>
                        </m:r>
                      </m:e>
                      <m:sub>
                        <m:r>
                          <a:rPr lang="zh-CN" altLang="zh-CN" sz="1600" i="1" dirty="0" smtClean="0">
                            <a:solidFill>
                              <a:srgbClr val="002060"/>
                            </a:solidFill>
                            <a:latin typeface="Cambria Math" panose="02040503050406030204" pitchFamily="18" charset="0"/>
                            <a:cs typeface="+mn-cs"/>
                          </a:rPr>
                          <m:t>𝐿</m:t>
                        </m:r>
                      </m:sub>
                    </m:sSub>
                  </m:oMath>
                </a14:m>
                <a:r>
                  <a:rPr lang="zh-CN" altLang="zh-CN" sz="1600" dirty="0">
                    <a:solidFill>
                      <a:srgbClr val="002060"/>
                    </a:solidFill>
                    <a:latin typeface="Helvetica" panose="020B0604020202020204" pitchFamily="34" charset="0"/>
                    <a:ea typeface="宋体" panose="02010600030101010101" pitchFamily="2" charset="-122"/>
                    <a:cs typeface="Helvetica" panose="020B0604020202020204" pitchFamily="34" charset="0"/>
                  </a:rPr>
                  <a:t>=0.107, L/D=11.2. </a:t>
                </a:r>
                <a:endParaRPr lang="en-US" altLang="zh-CN" sz="1600" dirty="0">
                  <a:solidFill>
                    <a:srgbClr val="002060"/>
                  </a:solidFill>
                  <a:latin typeface="Helvetica" panose="020B0604020202020204" pitchFamily="34" charset="0"/>
                  <a:ea typeface="宋体" panose="02010600030101010101" pitchFamily="2" charset="-122"/>
                  <a:cs typeface="Helvetica" panose="020B0604020202020204" pitchFamily="34" charset="0"/>
                </a:endParaRPr>
              </a:p>
              <a:p>
                <a:pPr fontAlgn="auto">
                  <a:spcBef>
                    <a:spcPts val="0"/>
                  </a:spcBef>
                  <a:spcAft>
                    <a:spcPts val="0"/>
                  </a:spcAft>
                </a:pPr>
                <a:r>
                  <a:rPr lang="zh-CN" altLang="zh-CN" sz="1600" dirty="0">
                    <a:solidFill>
                      <a:srgbClr val="002060"/>
                    </a:solidFill>
                    <a:latin typeface="Helvetica" panose="020B0604020202020204" pitchFamily="34" charset="0"/>
                    <a:ea typeface="宋体" panose="02010600030101010101" pitchFamily="2" charset="-122"/>
                    <a:cs typeface="Helvetica" panose="020B0604020202020204" pitchFamily="34" charset="0"/>
                  </a:rPr>
                  <a:t>Pressure drag 62.2 %, viscous drag 37.8 %.</a:t>
                </a:r>
                <a:endParaRPr lang="zh-CN" altLang="en-US" sz="1600" dirty="0">
                  <a:solidFill>
                    <a:srgbClr val="002060"/>
                  </a:solidFill>
                  <a:latin typeface="Helvetica" panose="020B0604020202020204" pitchFamily="34" charset="0"/>
                  <a:ea typeface="宋体" panose="02010600030101010101" pitchFamily="2" charset="-122"/>
                  <a:cs typeface="Helvetica" panose="020B0604020202020204" pitchFamily="34" charset="0"/>
                </a:endParaRPr>
              </a:p>
            </p:txBody>
          </p:sp>
        </mc:Choice>
        <mc:Fallback xmlns="">
          <p:sp>
            <p:nvSpPr>
              <p:cNvPr id="5" name="文本框 4">
                <a:extLst>
                  <a:ext uri="{FF2B5EF4-FFF2-40B4-BE49-F238E27FC236}">
                    <a16:creationId xmlns:a16="http://schemas.microsoft.com/office/drawing/2014/main" id="{D240400D-CC6C-4D4D-28A6-768A7BCA5056}"/>
                  </a:ext>
                </a:extLst>
              </p:cNvPr>
              <p:cNvSpPr txBox="1">
                <a:spLocks noRot="1" noChangeAspect="1" noMove="1" noResize="1" noEditPoints="1" noAdjustHandles="1" noChangeArrowheads="1" noChangeShapeType="1" noTextEdit="1"/>
              </p:cNvSpPr>
              <p:nvPr/>
            </p:nvSpPr>
            <p:spPr>
              <a:xfrm>
                <a:off x="799256" y="3273419"/>
                <a:ext cx="5741214" cy="861774"/>
              </a:xfrm>
              <a:prstGeom prst="rect">
                <a:avLst/>
              </a:prstGeom>
              <a:blipFill>
                <a:blip r:embed="rId4"/>
                <a:stretch>
                  <a:fillRect l="-531" t="-2128" b="-496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422592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AC06F-EC82-4207-E789-A9F49412C458}"/>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83E5899D-73B9-E25E-030D-5A1F1ED963AF}"/>
              </a:ext>
            </a:extLst>
          </p:cNvPr>
          <p:cNvSpPr>
            <a:spLocks noGrp="1"/>
          </p:cNvSpPr>
          <p:nvPr>
            <p:ph type="title"/>
          </p:nvPr>
        </p:nvSpPr>
        <p:spPr>
          <a:xfrm>
            <a:off x="457200" y="10913"/>
            <a:ext cx="8229600" cy="534392"/>
          </a:xfrm>
        </p:spPr>
        <p:txBody>
          <a:bodyPr>
            <a:normAutofit/>
          </a:bodyPr>
          <a:lstStyle/>
          <a:p>
            <a:r>
              <a:rPr lang="en-US" altLang="zh-CN" b="1" dirty="0"/>
              <a:t>2. Baseline Configuration</a:t>
            </a:r>
            <a:endParaRPr lang="en-US" b="1" dirty="0"/>
          </a:p>
        </p:txBody>
      </p:sp>
      <p:pic>
        <p:nvPicPr>
          <p:cNvPr id="6" name="Picture 3" descr="image16.png">
            <a:extLst>
              <a:ext uri="{FF2B5EF4-FFF2-40B4-BE49-F238E27FC236}">
                <a16:creationId xmlns:a16="http://schemas.microsoft.com/office/drawing/2014/main" id="{A95DCFCA-DC05-F37D-DE75-79D63A5E5A91}"/>
              </a:ext>
            </a:extLst>
          </p:cNvPr>
          <p:cNvPicPr>
            <a:picLocks noChangeAspect="1"/>
          </p:cNvPicPr>
          <p:nvPr/>
        </p:nvPicPr>
        <p:blipFill>
          <a:blip r:embed="rId3"/>
          <a:stretch>
            <a:fillRect/>
          </a:stretch>
        </p:blipFill>
        <p:spPr>
          <a:xfrm>
            <a:off x="309846" y="1213108"/>
            <a:ext cx="2746586" cy="2535183"/>
          </a:xfrm>
          <a:prstGeom prst="rect">
            <a:avLst/>
          </a:prstGeom>
          <a:ln w="9525">
            <a:noFill/>
          </a:ln>
        </p:spPr>
      </p:pic>
      <p:pic>
        <p:nvPicPr>
          <p:cNvPr id="7" name="Picture 4" descr="image17.png">
            <a:extLst>
              <a:ext uri="{FF2B5EF4-FFF2-40B4-BE49-F238E27FC236}">
                <a16:creationId xmlns:a16="http://schemas.microsoft.com/office/drawing/2014/main" id="{CDF0DC99-7D45-57AA-BAE6-0608026D7115}"/>
              </a:ext>
            </a:extLst>
          </p:cNvPr>
          <p:cNvPicPr>
            <a:picLocks noChangeAspect="1"/>
          </p:cNvPicPr>
          <p:nvPr/>
        </p:nvPicPr>
        <p:blipFill>
          <a:blip r:embed="rId4"/>
          <a:stretch>
            <a:fillRect/>
          </a:stretch>
        </p:blipFill>
        <p:spPr>
          <a:xfrm>
            <a:off x="3095675" y="1198400"/>
            <a:ext cx="2850184" cy="1703706"/>
          </a:xfrm>
          <a:prstGeom prst="rect">
            <a:avLst/>
          </a:prstGeom>
          <a:ln w="9525">
            <a:noFill/>
          </a:ln>
        </p:spPr>
      </p:pic>
      <p:pic>
        <p:nvPicPr>
          <p:cNvPr id="8" name="Picture 6" descr="image18.png">
            <a:extLst>
              <a:ext uri="{FF2B5EF4-FFF2-40B4-BE49-F238E27FC236}">
                <a16:creationId xmlns:a16="http://schemas.microsoft.com/office/drawing/2014/main" id="{00E1C38D-B709-2B53-122B-93A92BA9F3D9}"/>
              </a:ext>
            </a:extLst>
          </p:cNvPr>
          <p:cNvPicPr>
            <a:picLocks noChangeAspect="1"/>
          </p:cNvPicPr>
          <p:nvPr/>
        </p:nvPicPr>
        <p:blipFill>
          <a:blip r:embed="rId5"/>
          <a:stretch>
            <a:fillRect/>
          </a:stretch>
        </p:blipFill>
        <p:spPr>
          <a:xfrm>
            <a:off x="5985103" y="1213108"/>
            <a:ext cx="2850184" cy="1688998"/>
          </a:xfrm>
          <a:prstGeom prst="rect">
            <a:avLst/>
          </a:prstGeom>
          <a:ln w="9525">
            <a:noFill/>
          </a:ln>
        </p:spPr>
      </p:pic>
      <p:sp>
        <p:nvSpPr>
          <p:cNvPr id="10" name="TextBox 9">
            <a:extLst>
              <a:ext uri="{FF2B5EF4-FFF2-40B4-BE49-F238E27FC236}">
                <a16:creationId xmlns:a16="http://schemas.microsoft.com/office/drawing/2014/main" id="{3C9E4BC1-C779-100E-9FE6-53D748DD484D}"/>
              </a:ext>
            </a:extLst>
          </p:cNvPr>
          <p:cNvSpPr txBox="1"/>
          <p:nvPr/>
        </p:nvSpPr>
        <p:spPr>
          <a:xfrm>
            <a:off x="3238353" y="3227627"/>
            <a:ext cx="5493500" cy="807337"/>
          </a:xfrm>
          <a:prstGeom prst="rect">
            <a:avLst/>
          </a:prstGeom>
          <a:noFill/>
        </p:spPr>
        <p:txBody>
          <a:bodyPr wrap="square" lIns="0" tIns="0" rIns="0" bIns="0" anchor="t">
            <a:spAutoFit/>
          </a:bodyPr>
          <a:lstStyle/>
          <a:p>
            <a:pPr marL="285750" indent="-285750" algn="l">
              <a:lnSpc>
                <a:spcPct val="150000"/>
              </a:lnSpc>
              <a:spcAft>
                <a:spcPts val="300"/>
              </a:spcAft>
              <a:buFont typeface="Wingdings" panose="05000000000000000000" pitchFamily="2" charset="2"/>
              <a:buChar char="l"/>
            </a:pPr>
            <a:r>
              <a:rPr sz="1100" b="1" i="0" dirty="0">
                <a:solidFill>
                  <a:srgbClr val="002060"/>
                </a:solidFill>
                <a:latin typeface="Arial"/>
              </a:rPr>
              <a:t>Compressed aft taper → intense rear-body </a:t>
            </a:r>
            <a:r>
              <a:rPr sz="1100" b="1" i="0" dirty="0">
                <a:solidFill>
                  <a:srgbClr val="C00000"/>
                </a:solidFill>
                <a:latin typeface="Arial"/>
              </a:rPr>
              <a:t>over-expansion</a:t>
            </a:r>
            <a:r>
              <a:rPr sz="1100" b="1" i="0" dirty="0">
                <a:solidFill>
                  <a:srgbClr val="002060"/>
                </a:solidFill>
                <a:latin typeface="Arial"/>
              </a:rPr>
              <a:t> </a:t>
            </a:r>
            <a:endParaRPr lang="en-US" sz="1100" b="1" i="0" dirty="0">
              <a:solidFill>
                <a:srgbClr val="002060"/>
              </a:solidFill>
              <a:latin typeface="Arial"/>
            </a:endParaRPr>
          </a:p>
          <a:p>
            <a:pPr marL="285750" indent="-285750" algn="l">
              <a:lnSpc>
                <a:spcPct val="150000"/>
              </a:lnSpc>
              <a:spcAft>
                <a:spcPts val="300"/>
              </a:spcAft>
              <a:buFont typeface="Wingdings" panose="05000000000000000000" pitchFamily="2" charset="2"/>
              <a:buChar char="l"/>
            </a:pPr>
            <a:r>
              <a:rPr sz="1100" b="1" i="0" dirty="0">
                <a:solidFill>
                  <a:srgbClr val="002060"/>
                </a:solidFill>
                <a:latin typeface="Arial"/>
              </a:rPr>
              <a:t>flat-top signature (volume–lift coupling) → split-design assumption invalid</a:t>
            </a:r>
          </a:p>
          <a:p>
            <a:pPr marL="285750" indent="-285750" algn="l">
              <a:lnSpc>
                <a:spcPct val="150000"/>
              </a:lnSpc>
              <a:spcAft>
                <a:spcPts val="300"/>
              </a:spcAft>
              <a:buFont typeface="Wingdings" panose="05000000000000000000" pitchFamily="2" charset="2"/>
              <a:buChar char="l"/>
            </a:pPr>
            <a:r>
              <a:rPr sz="1100" b="1" i="0" dirty="0">
                <a:solidFill>
                  <a:srgbClr val="002060"/>
                </a:solidFill>
                <a:latin typeface="Arial"/>
              </a:rPr>
              <a:t>Ground boom </a:t>
            </a:r>
            <a:r>
              <a:rPr lang="en-US" altLang="zh-CN" sz="1100" b="1" i="0" dirty="0">
                <a:solidFill>
                  <a:srgbClr val="C00000"/>
                </a:solidFill>
                <a:latin typeface="Arial"/>
              </a:rPr>
              <a:t>105.7</a:t>
            </a:r>
            <a:r>
              <a:rPr sz="1100" b="1" i="0" dirty="0">
                <a:solidFill>
                  <a:srgbClr val="C00000"/>
                </a:solidFill>
                <a:latin typeface="Arial"/>
              </a:rPr>
              <a:t> PLdB</a:t>
            </a:r>
            <a:r>
              <a:rPr sz="1100" b="1" i="0" dirty="0">
                <a:solidFill>
                  <a:srgbClr val="002060"/>
                </a:solidFill>
                <a:latin typeface="Arial"/>
              </a:rPr>
              <a:t> ≈ Concorde;</a:t>
            </a:r>
          </a:p>
        </p:txBody>
      </p:sp>
      <p:sp>
        <p:nvSpPr>
          <p:cNvPr id="11" name="Rounded Rectangle 10">
            <a:extLst>
              <a:ext uri="{FF2B5EF4-FFF2-40B4-BE49-F238E27FC236}">
                <a16:creationId xmlns:a16="http://schemas.microsoft.com/office/drawing/2014/main" id="{2CEEF2FE-8DD5-9C00-3393-D0AF99198293}"/>
              </a:ext>
            </a:extLst>
          </p:cNvPr>
          <p:cNvSpPr/>
          <p:nvPr/>
        </p:nvSpPr>
        <p:spPr>
          <a:xfrm>
            <a:off x="399434" y="4230000"/>
            <a:ext cx="8345132" cy="329067"/>
          </a:xfrm>
          <a:prstGeom prst="roundRect">
            <a:avLst>
              <a:gd name="adj" fmla="val 16700"/>
            </a:avLst>
          </a:prstGeom>
          <a:solidFill>
            <a:schemeClr val="bg1"/>
          </a:solidFill>
          <a:ln w="12700">
            <a:solidFill>
              <a:srgbClr val="00206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b="1" dirty="0">
                <a:solidFill>
                  <a:srgbClr val="002060"/>
                </a:solidFill>
                <a:latin typeface="微软雅黑" panose="020B0503020204020204" pitchFamily="34" charset="-122"/>
                <a:ea typeface="微软雅黑" panose="020B0503020204020204" pitchFamily="34" charset="-122"/>
              </a:rPr>
              <a:t>Rear-body over-expansion is the </a:t>
            </a:r>
            <a:r>
              <a:rPr b="1" dirty="0">
                <a:solidFill>
                  <a:srgbClr val="C00000"/>
                </a:solidFill>
                <a:latin typeface="微软雅黑" panose="020B0503020204020204" pitchFamily="34" charset="-122"/>
                <a:ea typeface="微软雅黑" panose="020B0503020204020204" pitchFamily="34" charset="-122"/>
              </a:rPr>
              <a:t>primary barrier </a:t>
            </a:r>
            <a:r>
              <a:rPr b="1" dirty="0">
                <a:solidFill>
                  <a:srgbClr val="002060"/>
                </a:solidFill>
                <a:latin typeface="微软雅黑" panose="020B0503020204020204" pitchFamily="34" charset="-122"/>
                <a:ea typeface="微软雅黑" panose="020B0503020204020204" pitchFamily="34" charset="-122"/>
              </a:rPr>
              <a:t>of the SBWB</a:t>
            </a:r>
          </a:p>
        </p:txBody>
      </p:sp>
      <p:sp>
        <p:nvSpPr>
          <p:cNvPr id="12" name="TextBox 2">
            <a:extLst>
              <a:ext uri="{FF2B5EF4-FFF2-40B4-BE49-F238E27FC236}">
                <a16:creationId xmlns:a16="http://schemas.microsoft.com/office/drawing/2014/main" id="{CD144354-72C5-AF22-4AE7-0AA854BDCAE3}"/>
              </a:ext>
            </a:extLst>
          </p:cNvPr>
          <p:cNvSpPr txBox="1"/>
          <p:nvPr/>
        </p:nvSpPr>
        <p:spPr>
          <a:xfrm>
            <a:off x="308713" y="761601"/>
            <a:ext cx="6836676" cy="215444"/>
          </a:xfrm>
          <a:prstGeom prst="rect">
            <a:avLst/>
          </a:prstGeom>
          <a:noFill/>
        </p:spPr>
        <p:txBody>
          <a:bodyPr wrap="square" lIns="0" tIns="0" rIns="0" bIns="0" anchor="t">
            <a:spAutoFit/>
          </a:bodyPr>
          <a:lstStyle/>
          <a:p>
            <a:pPr marL="342900" indent="-342900" algn="l">
              <a:lnSpc>
                <a:spcPct val="100000"/>
              </a:lnSpc>
              <a:spcAft>
                <a:spcPts val="400"/>
              </a:spcAft>
              <a:buFont typeface="Wingdings" panose="05000000000000000000" pitchFamily="2" charset="2"/>
              <a:buChar char="Ø"/>
            </a:pPr>
            <a:r>
              <a:rPr lang="en-US" sz="1400" b="1" i="0" dirty="0">
                <a:solidFill>
                  <a:srgbClr val="002060"/>
                </a:solidFill>
                <a:latin typeface="Arial"/>
              </a:rPr>
              <a:t>Baseline sonic boom: 105.7 PLdB — rear-body over-expansion dominates</a:t>
            </a:r>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43F27583-50C8-7ACE-871A-257A4E4823A0}"/>
                  </a:ext>
                </a:extLst>
              </p:cNvPr>
              <p:cNvSpPr txBox="1"/>
              <p:nvPr/>
            </p:nvSpPr>
            <p:spPr>
              <a:xfrm>
                <a:off x="680977" y="3796680"/>
                <a:ext cx="2004324" cy="215444"/>
              </a:xfrm>
              <a:prstGeom prst="rect">
                <a:avLst/>
              </a:prstGeom>
              <a:noFill/>
            </p:spPr>
            <p:txBody>
              <a:bodyPr wrap="square" lIns="0" tIns="0" rIns="0" bIns="0" rtlCol="0">
                <a:spAutoFit/>
              </a:bodyPr>
              <a:lstStyle/>
              <a:p>
                <a:pPr algn="ctr"/>
                <a:r>
                  <a:rPr lang="en-US" altLang="zh-CN" sz="1400" b="1" dirty="0">
                    <a:solidFill>
                      <a:srgbClr val="002060"/>
                    </a:solidFill>
                    <a:latin typeface="微软雅黑" panose="020B0503020204020204" pitchFamily="34" charset="-122"/>
                    <a:ea typeface="微软雅黑" panose="020B0503020204020204" pitchFamily="34" charset="-122"/>
                    <a:cs typeface="Arial" pitchFamily="34" charset="0"/>
                  </a:rPr>
                  <a:t>Near </a:t>
                </a:r>
                <a14:m>
                  <m:oMath xmlns:m="http://schemas.openxmlformats.org/officeDocument/2006/math">
                    <m:r>
                      <a:rPr lang="en-US" altLang="zh-CN" sz="1400" b="1" i="1" dirty="0" smtClean="0">
                        <a:solidFill>
                          <a:srgbClr val="002060"/>
                        </a:solidFill>
                        <a:latin typeface="Cambria Math" panose="02040503050406030204" pitchFamily="18" charset="0"/>
                      </a:rPr>
                      <m:t>𝜟</m:t>
                    </m:r>
                    <m:r>
                      <a:rPr lang="en-US" altLang="zh-CN" sz="1400" b="1" i="1" dirty="0" smtClean="0">
                        <a:solidFill>
                          <a:srgbClr val="002060"/>
                        </a:solidFill>
                        <a:latin typeface="Cambria Math" panose="02040503050406030204" pitchFamily="18" charset="0"/>
                      </a:rPr>
                      <m:t>𝒑</m:t>
                    </m:r>
                  </m:oMath>
                </a14:m>
                <a:r>
                  <a:rPr lang="zh-CN" altLang="en-US" sz="1400" b="1" dirty="0">
                    <a:solidFill>
                      <a:srgbClr val="002060"/>
                    </a:solidFill>
                    <a:latin typeface="微软雅黑" panose="020B0503020204020204" pitchFamily="34" charset="-122"/>
                    <a:ea typeface="微软雅黑" panose="020B0503020204020204" pitchFamily="34" charset="-122"/>
                    <a:cs typeface="Arial" pitchFamily="34" charset="0"/>
                  </a:rPr>
                  <a:t> </a:t>
                </a:r>
                <a:r>
                  <a:rPr lang="en-US" altLang="zh-CN" sz="1400" b="1" dirty="0">
                    <a:solidFill>
                      <a:srgbClr val="002060"/>
                    </a:solidFill>
                    <a:latin typeface="微软雅黑" panose="020B0503020204020204" pitchFamily="34" charset="-122"/>
                    <a:ea typeface="微软雅黑" panose="020B0503020204020204" pitchFamily="34" charset="-122"/>
                    <a:cs typeface="Arial" pitchFamily="34" charset="0"/>
                  </a:rPr>
                  <a:t>distribution</a:t>
                </a:r>
                <a:endParaRPr lang="zh-CN" altLang="en-US" sz="1400" b="1" dirty="0">
                  <a:solidFill>
                    <a:srgbClr val="002060"/>
                  </a:solidFill>
                  <a:latin typeface="微软雅黑" panose="020B0503020204020204" pitchFamily="34" charset="-122"/>
                  <a:ea typeface="微软雅黑" panose="020B0503020204020204" pitchFamily="34" charset="-122"/>
                  <a:cs typeface="Arial" pitchFamily="34" charset="0"/>
                </a:endParaRPr>
              </a:p>
            </p:txBody>
          </p:sp>
        </mc:Choice>
        <mc:Fallback xmlns="">
          <p:sp>
            <p:nvSpPr>
              <p:cNvPr id="13" name="文本框 12">
                <a:extLst>
                  <a:ext uri="{FF2B5EF4-FFF2-40B4-BE49-F238E27FC236}">
                    <a16:creationId xmlns:a16="http://schemas.microsoft.com/office/drawing/2014/main" id="{43F27583-50C8-7ACE-871A-257A4E4823A0}"/>
                  </a:ext>
                </a:extLst>
              </p:cNvPr>
              <p:cNvSpPr txBox="1">
                <a:spLocks noRot="1" noChangeAspect="1" noMove="1" noResize="1" noEditPoints="1" noAdjustHandles="1" noChangeArrowheads="1" noChangeShapeType="1" noTextEdit="1"/>
              </p:cNvSpPr>
              <p:nvPr/>
            </p:nvSpPr>
            <p:spPr>
              <a:xfrm>
                <a:off x="680977" y="3796680"/>
                <a:ext cx="2004324" cy="215444"/>
              </a:xfrm>
              <a:prstGeom prst="rect">
                <a:avLst/>
              </a:prstGeom>
              <a:blipFill>
                <a:blip r:embed="rId6"/>
                <a:stretch>
                  <a:fillRect l="-912" t="-25714" r="-608" b="-514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6FC795C0-9CEE-29D2-32A3-66F7C5E49FE2}"/>
                  </a:ext>
                </a:extLst>
              </p:cNvPr>
              <p:cNvSpPr txBox="1"/>
              <p:nvPr/>
            </p:nvSpPr>
            <p:spPr>
              <a:xfrm>
                <a:off x="3518605" y="2902106"/>
                <a:ext cx="2004324" cy="215444"/>
              </a:xfrm>
              <a:prstGeom prst="rect">
                <a:avLst/>
              </a:prstGeom>
              <a:noFill/>
            </p:spPr>
            <p:txBody>
              <a:bodyPr wrap="square" lIns="0" tIns="0" rIns="0" bIns="0" rtlCol="0">
                <a:spAutoFit/>
              </a:bodyPr>
              <a:lstStyle/>
              <a:p>
                <a:pPr algn="ctr"/>
                <a:r>
                  <a:rPr lang="en-US" altLang="zh-CN" sz="1400" b="1" dirty="0">
                    <a:solidFill>
                      <a:srgbClr val="002060"/>
                    </a:solidFill>
                    <a:latin typeface="微软雅黑" panose="020B0503020204020204" pitchFamily="34" charset="-122"/>
                    <a:ea typeface="微软雅黑" panose="020B0503020204020204" pitchFamily="34" charset="-122"/>
                    <a:cs typeface="Arial" pitchFamily="34" charset="0"/>
                  </a:rPr>
                  <a:t>Near </a:t>
                </a:r>
                <a14:m>
                  <m:oMath xmlns:m="http://schemas.openxmlformats.org/officeDocument/2006/math">
                    <m:r>
                      <a:rPr lang="en-US" altLang="zh-CN" sz="1400" b="1" i="1" dirty="0" smtClean="0">
                        <a:solidFill>
                          <a:srgbClr val="002060"/>
                        </a:solidFill>
                        <a:latin typeface="Cambria Math" panose="02040503050406030204" pitchFamily="18" charset="0"/>
                      </a:rPr>
                      <m:t>𝜟</m:t>
                    </m:r>
                    <m:r>
                      <a:rPr lang="en-US" altLang="zh-CN" sz="1400" b="1" i="1" dirty="0" smtClean="0">
                        <a:solidFill>
                          <a:srgbClr val="002060"/>
                        </a:solidFill>
                        <a:latin typeface="Cambria Math" panose="02040503050406030204" pitchFamily="18" charset="0"/>
                      </a:rPr>
                      <m:t>𝒑</m:t>
                    </m:r>
                  </m:oMath>
                </a14:m>
                <a:r>
                  <a:rPr lang="zh-CN" altLang="en-US" sz="1400" b="1" dirty="0">
                    <a:solidFill>
                      <a:srgbClr val="002060"/>
                    </a:solidFill>
                    <a:latin typeface="微软雅黑" panose="020B0503020204020204" pitchFamily="34" charset="-122"/>
                    <a:ea typeface="微软雅黑" panose="020B0503020204020204" pitchFamily="34" charset="-122"/>
                    <a:cs typeface="Arial" pitchFamily="34" charset="0"/>
                  </a:rPr>
                  <a:t> </a:t>
                </a:r>
                <a:r>
                  <a:rPr lang="en-US" altLang="zh-CN" sz="1400" b="1" dirty="0">
                    <a:solidFill>
                      <a:srgbClr val="002060"/>
                    </a:solidFill>
                    <a:latin typeface="微软雅黑" panose="020B0503020204020204" pitchFamily="34" charset="-122"/>
                    <a:ea typeface="微软雅黑" panose="020B0503020204020204" pitchFamily="34" charset="-122"/>
                    <a:cs typeface="Arial" pitchFamily="34" charset="0"/>
                  </a:rPr>
                  <a:t>signature</a:t>
                </a:r>
                <a:endParaRPr lang="zh-CN" altLang="en-US" sz="1400" b="1" dirty="0">
                  <a:solidFill>
                    <a:srgbClr val="002060"/>
                  </a:solidFill>
                  <a:latin typeface="微软雅黑" panose="020B0503020204020204" pitchFamily="34" charset="-122"/>
                  <a:ea typeface="微软雅黑" panose="020B0503020204020204" pitchFamily="34" charset="-122"/>
                  <a:cs typeface="Arial" pitchFamily="34" charset="0"/>
                </a:endParaRPr>
              </a:p>
            </p:txBody>
          </p:sp>
        </mc:Choice>
        <mc:Fallback xmlns="">
          <p:sp>
            <p:nvSpPr>
              <p:cNvPr id="14" name="文本框 13">
                <a:extLst>
                  <a:ext uri="{FF2B5EF4-FFF2-40B4-BE49-F238E27FC236}">
                    <a16:creationId xmlns:a16="http://schemas.microsoft.com/office/drawing/2014/main" id="{6FC795C0-9CEE-29D2-32A3-66F7C5E49FE2}"/>
                  </a:ext>
                </a:extLst>
              </p:cNvPr>
              <p:cNvSpPr txBox="1">
                <a:spLocks noRot="1" noChangeAspect="1" noMove="1" noResize="1" noEditPoints="1" noAdjustHandles="1" noChangeArrowheads="1" noChangeShapeType="1" noTextEdit="1"/>
              </p:cNvSpPr>
              <p:nvPr/>
            </p:nvSpPr>
            <p:spPr>
              <a:xfrm>
                <a:off x="3518605" y="2902106"/>
                <a:ext cx="2004324" cy="215444"/>
              </a:xfrm>
              <a:prstGeom prst="rect">
                <a:avLst/>
              </a:prstGeom>
              <a:blipFill>
                <a:blip r:embed="rId7"/>
                <a:stretch>
                  <a:fillRect t="-25714" b="-51429"/>
                </a:stretch>
              </a:blipFill>
            </p:spPr>
            <p:txBody>
              <a:bodyPr/>
              <a:lstStyle/>
              <a:p>
                <a:r>
                  <a:rPr lang="zh-CN" altLang="en-US">
                    <a:noFill/>
                  </a:rPr>
                  <a:t> </a:t>
                </a:r>
              </a:p>
            </p:txBody>
          </p:sp>
        </mc:Fallback>
      </mc:AlternateContent>
      <p:sp>
        <p:nvSpPr>
          <p:cNvPr id="15" name="文本框 14">
            <a:extLst>
              <a:ext uri="{FF2B5EF4-FFF2-40B4-BE49-F238E27FC236}">
                <a16:creationId xmlns:a16="http://schemas.microsoft.com/office/drawing/2014/main" id="{6265C499-F9AC-A7F7-51B5-18469B69A962}"/>
              </a:ext>
            </a:extLst>
          </p:cNvPr>
          <p:cNvSpPr txBox="1"/>
          <p:nvPr/>
        </p:nvSpPr>
        <p:spPr>
          <a:xfrm>
            <a:off x="6408033" y="2902106"/>
            <a:ext cx="2004324" cy="215444"/>
          </a:xfrm>
          <a:prstGeom prst="rect">
            <a:avLst/>
          </a:prstGeom>
          <a:noFill/>
        </p:spPr>
        <p:txBody>
          <a:bodyPr wrap="square" lIns="0" tIns="0" rIns="0" bIns="0" rtlCol="0">
            <a:spAutoFit/>
          </a:bodyPr>
          <a:lstStyle/>
          <a:p>
            <a:pPr algn="ctr"/>
            <a:r>
              <a:rPr lang="en-US" altLang="zh-CN" sz="1400" b="1" dirty="0">
                <a:solidFill>
                  <a:srgbClr val="002060"/>
                </a:solidFill>
                <a:latin typeface="微软雅黑" panose="020B0503020204020204" pitchFamily="34" charset="-122"/>
                <a:ea typeface="微软雅黑" panose="020B0503020204020204" pitchFamily="34" charset="-122"/>
                <a:cs typeface="Arial" pitchFamily="34" charset="0"/>
              </a:rPr>
              <a:t>Ground waveform</a:t>
            </a:r>
            <a:endParaRPr lang="zh-CN" altLang="en-US" sz="1400" b="1" dirty="0">
              <a:solidFill>
                <a:srgbClr val="002060"/>
              </a:solidFill>
              <a:latin typeface="微软雅黑" panose="020B0503020204020204" pitchFamily="34" charset="-122"/>
              <a:ea typeface="微软雅黑" panose="020B0503020204020204" pitchFamily="34" charset="-122"/>
              <a:cs typeface="Arial" pitchFamily="34" charset="0"/>
            </a:endParaRPr>
          </a:p>
        </p:txBody>
      </p:sp>
    </p:spTree>
    <p:extLst>
      <p:ext uri="{BB962C8B-B14F-4D97-AF65-F5344CB8AC3E}">
        <p14:creationId xmlns:p14="http://schemas.microsoft.com/office/powerpoint/2010/main" val="36854901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E5600-C19C-4ACA-B870-536F2898F209}"/>
              </a:ext>
            </a:extLst>
          </p:cNvPr>
          <p:cNvSpPr>
            <a:spLocks noGrp="1"/>
          </p:cNvSpPr>
          <p:nvPr>
            <p:ph type="title"/>
          </p:nvPr>
        </p:nvSpPr>
        <p:spPr/>
        <p:txBody>
          <a:bodyPr/>
          <a:lstStyle/>
          <a:p>
            <a:r>
              <a:rPr lang="en-US" b="1" dirty="0"/>
              <a:t>3. Low-Boom Design &amp; Analysis</a:t>
            </a:r>
          </a:p>
        </p:txBody>
      </p:sp>
      <p:pic>
        <p:nvPicPr>
          <p:cNvPr id="8" name="Picture 6" descr="image26.png">
            <a:extLst>
              <a:ext uri="{FF2B5EF4-FFF2-40B4-BE49-F238E27FC236}">
                <a16:creationId xmlns:a16="http://schemas.microsoft.com/office/drawing/2014/main" id="{812F0C3D-1FF1-BC30-4F18-325099DAF9BF}"/>
              </a:ext>
            </a:extLst>
          </p:cNvPr>
          <p:cNvPicPr>
            <a:picLocks noChangeAspect="1"/>
          </p:cNvPicPr>
          <p:nvPr/>
        </p:nvPicPr>
        <p:blipFill>
          <a:blip r:embed="rId3"/>
          <a:stretch>
            <a:fillRect/>
          </a:stretch>
        </p:blipFill>
        <p:spPr>
          <a:xfrm>
            <a:off x="408343" y="1029325"/>
            <a:ext cx="4477163" cy="2967542"/>
          </a:xfrm>
          <a:prstGeom prst="rect">
            <a:avLst/>
          </a:prstGeom>
          <a:ln w="9525">
            <a:noFill/>
          </a:ln>
        </p:spPr>
      </p:pic>
      <p:sp>
        <p:nvSpPr>
          <p:cNvPr id="13" name="Rounded Rectangle 12">
            <a:extLst>
              <a:ext uri="{FF2B5EF4-FFF2-40B4-BE49-F238E27FC236}">
                <a16:creationId xmlns:a16="http://schemas.microsoft.com/office/drawing/2014/main" id="{7C12FC1B-4631-4303-2AF1-94B599D831D9}"/>
              </a:ext>
            </a:extLst>
          </p:cNvPr>
          <p:cNvSpPr/>
          <p:nvPr/>
        </p:nvSpPr>
        <p:spPr>
          <a:xfrm>
            <a:off x="473641" y="4230000"/>
            <a:ext cx="8279834" cy="326492"/>
          </a:xfrm>
          <a:prstGeom prst="roundRect">
            <a:avLst>
              <a:gd name="adj" fmla="val 16700"/>
            </a:avLst>
          </a:prstGeom>
          <a:solidFill>
            <a:schemeClr val="bg1"/>
          </a:solidFill>
          <a:ln w="12700">
            <a:solidFill>
              <a:srgbClr val="00206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b="1" dirty="0">
                <a:solidFill>
                  <a:srgbClr val="002060"/>
                </a:solidFill>
                <a:latin typeface="微软雅黑" panose="020B0503020204020204" pitchFamily="34" charset="-122"/>
                <a:ea typeface="微软雅黑" panose="020B0503020204020204" pitchFamily="34" charset="-122"/>
              </a:rPr>
              <a:t>Classic JSGD works on SBWB — </a:t>
            </a:r>
            <a:r>
              <a:rPr b="1" dirty="0">
                <a:solidFill>
                  <a:srgbClr val="C00000"/>
                </a:solidFill>
                <a:latin typeface="微软雅黑" panose="020B0503020204020204" pitchFamily="34" charset="-122"/>
                <a:ea typeface="微软雅黑" panose="020B0503020204020204" pitchFamily="34" charset="-122"/>
              </a:rPr>
              <a:t>rear-body over-expansion remains</a:t>
            </a:r>
          </a:p>
        </p:txBody>
      </p:sp>
      <p:sp>
        <p:nvSpPr>
          <p:cNvPr id="17" name="TextBox 2">
            <a:extLst>
              <a:ext uri="{FF2B5EF4-FFF2-40B4-BE49-F238E27FC236}">
                <a16:creationId xmlns:a16="http://schemas.microsoft.com/office/drawing/2014/main" id="{E030A509-2165-1406-49F3-42C823B3D342}"/>
              </a:ext>
            </a:extLst>
          </p:cNvPr>
          <p:cNvSpPr txBox="1"/>
          <p:nvPr/>
        </p:nvSpPr>
        <p:spPr>
          <a:xfrm>
            <a:off x="408343" y="653479"/>
            <a:ext cx="6783181" cy="246221"/>
          </a:xfrm>
          <a:prstGeom prst="rect">
            <a:avLst/>
          </a:prstGeom>
          <a:noFill/>
        </p:spPr>
        <p:txBody>
          <a:bodyPr wrap="square" lIns="0" tIns="0" rIns="0" bIns="0" anchor="t">
            <a:spAutoFit/>
          </a:bodyPr>
          <a:lstStyle/>
          <a:p>
            <a:pPr marL="342900" indent="-342900" algn="l">
              <a:lnSpc>
                <a:spcPct val="100000"/>
              </a:lnSpc>
              <a:spcAft>
                <a:spcPts val="400"/>
              </a:spcAft>
              <a:buFont typeface="Wingdings" panose="05000000000000000000" pitchFamily="2" charset="2"/>
              <a:buChar char="Ø"/>
            </a:pPr>
            <a:r>
              <a:rPr lang="en-US" sz="1600" b="1" i="0" dirty="0">
                <a:solidFill>
                  <a:srgbClr val="002060"/>
                </a:solidFill>
                <a:latin typeface="Arial"/>
              </a:rPr>
              <a:t>JSGD </a:t>
            </a:r>
            <a:r>
              <a:rPr lang="en-US" sz="1600" b="1" dirty="0">
                <a:solidFill>
                  <a:srgbClr val="002060"/>
                </a:solidFill>
                <a:latin typeface="Arial"/>
              </a:rPr>
              <a:t>inverse design: </a:t>
            </a:r>
            <a:r>
              <a:rPr lang="en-US" sz="1600" b="1" i="0" dirty="0">
                <a:solidFill>
                  <a:srgbClr val="002060"/>
                </a:solidFill>
                <a:latin typeface="Arial"/>
              </a:rPr>
              <a:t>105.7</a:t>
            </a:r>
            <a:r>
              <a:rPr lang="en-US" altLang="zh-CN" sz="1600" b="1" i="0" dirty="0">
                <a:solidFill>
                  <a:srgbClr val="002060"/>
                </a:solidFill>
                <a:latin typeface="Arial"/>
              </a:rPr>
              <a:t>PLdB</a:t>
            </a:r>
            <a:r>
              <a:rPr lang="en-US" sz="1600" b="1" i="0" dirty="0">
                <a:solidFill>
                  <a:srgbClr val="002060"/>
                </a:solidFill>
                <a:latin typeface="Arial"/>
              </a:rPr>
              <a:t> → 99.2PLdB (</a:t>
            </a:r>
            <a:r>
              <a:rPr lang="en-US" sz="1600" b="1" i="0" dirty="0">
                <a:solidFill>
                  <a:srgbClr val="C00000"/>
                </a:solidFill>
                <a:latin typeface="Arial"/>
              </a:rPr>
              <a:t>−6.5</a:t>
            </a:r>
            <a:r>
              <a:rPr lang="en-US" altLang="zh-CN" sz="1600" b="1" i="0" dirty="0">
                <a:solidFill>
                  <a:srgbClr val="C00000"/>
                </a:solidFill>
                <a:latin typeface="Arial"/>
              </a:rPr>
              <a:t>PLdB</a:t>
            </a:r>
            <a:r>
              <a:rPr lang="en-US" sz="1600" b="1" i="0" dirty="0">
                <a:solidFill>
                  <a:srgbClr val="002060"/>
                </a:solidFill>
                <a:latin typeface="Arial"/>
              </a:rPr>
              <a:t>)</a:t>
            </a:r>
          </a:p>
        </p:txBody>
      </p:sp>
      <p:pic>
        <p:nvPicPr>
          <p:cNvPr id="18" name="图片 17">
            <a:extLst>
              <a:ext uri="{FF2B5EF4-FFF2-40B4-BE49-F238E27FC236}">
                <a16:creationId xmlns:a16="http://schemas.microsoft.com/office/drawing/2014/main" id="{667BDD29-0784-040D-2C3A-EA5517C0A67F}"/>
              </a:ext>
            </a:extLst>
          </p:cNvPr>
          <p:cNvPicPr>
            <a:picLocks noChangeAspect="1"/>
          </p:cNvPicPr>
          <p:nvPr/>
        </p:nvPicPr>
        <p:blipFill>
          <a:blip r:embed="rId4"/>
          <a:stretch>
            <a:fillRect/>
          </a:stretch>
        </p:blipFill>
        <p:spPr>
          <a:xfrm>
            <a:off x="5137976" y="932904"/>
            <a:ext cx="3136379" cy="1512182"/>
          </a:xfrm>
          <a:prstGeom prst="rect">
            <a:avLst/>
          </a:prstGeom>
        </p:spPr>
      </p:pic>
      <p:pic>
        <p:nvPicPr>
          <p:cNvPr id="19" name="图片 18">
            <a:extLst>
              <a:ext uri="{FF2B5EF4-FFF2-40B4-BE49-F238E27FC236}">
                <a16:creationId xmlns:a16="http://schemas.microsoft.com/office/drawing/2014/main" id="{B2BAC692-4998-E186-DFD1-604E5C65D0F8}"/>
              </a:ext>
            </a:extLst>
          </p:cNvPr>
          <p:cNvPicPr>
            <a:picLocks noChangeAspect="1"/>
          </p:cNvPicPr>
          <p:nvPr/>
        </p:nvPicPr>
        <p:blipFill>
          <a:blip r:embed="rId5"/>
          <a:stretch>
            <a:fillRect/>
          </a:stretch>
        </p:blipFill>
        <p:spPr>
          <a:xfrm>
            <a:off x="5137977" y="2580394"/>
            <a:ext cx="3084962" cy="1528459"/>
          </a:xfrm>
          <a:prstGeom prst="rect">
            <a:avLst/>
          </a:prstGeom>
        </p:spPr>
      </p:pic>
      <p:sp>
        <p:nvSpPr>
          <p:cNvPr id="20" name="文本框 19">
            <a:extLst>
              <a:ext uri="{FF2B5EF4-FFF2-40B4-BE49-F238E27FC236}">
                <a16:creationId xmlns:a16="http://schemas.microsoft.com/office/drawing/2014/main" id="{4643E676-2D22-4732-E14E-3B56232EC107}"/>
              </a:ext>
            </a:extLst>
          </p:cNvPr>
          <p:cNvSpPr txBox="1"/>
          <p:nvPr/>
        </p:nvSpPr>
        <p:spPr>
          <a:xfrm>
            <a:off x="5829316" y="2353645"/>
            <a:ext cx="2030707" cy="169277"/>
          </a:xfrm>
          <a:prstGeom prst="rect">
            <a:avLst/>
          </a:prstGeom>
          <a:solidFill>
            <a:schemeClr val="bg1"/>
          </a:solidFill>
        </p:spPr>
        <p:txBody>
          <a:bodyPr wrap="square" lIns="0" tIns="0" rIns="0" bIns="0" rtlCol="0">
            <a:spAutoFit/>
          </a:bodyPr>
          <a:lstStyle/>
          <a:p>
            <a:pPr algn="ctr"/>
            <a:r>
              <a:rPr lang="en-US" altLang="zh-CN" sz="1100" b="1" dirty="0">
                <a:solidFill>
                  <a:srgbClr val="002060"/>
                </a:solidFill>
                <a:latin typeface="微软雅黑" panose="020B0503020204020204" pitchFamily="34" charset="-122"/>
                <a:ea typeface="微软雅黑" panose="020B0503020204020204" pitchFamily="34" charset="-122"/>
                <a:cs typeface="Arial" pitchFamily="34" charset="0"/>
              </a:rPr>
              <a:t>near-signature comparison</a:t>
            </a:r>
            <a:endParaRPr lang="zh-CN" altLang="en-US" sz="1100" b="1" dirty="0">
              <a:solidFill>
                <a:srgbClr val="002060"/>
              </a:solidFill>
              <a:latin typeface="微软雅黑" panose="020B0503020204020204" pitchFamily="34" charset="-122"/>
              <a:ea typeface="微软雅黑" panose="020B0503020204020204" pitchFamily="34" charset="-122"/>
              <a:cs typeface="Arial" pitchFamily="34" charset="0"/>
            </a:endParaRPr>
          </a:p>
        </p:txBody>
      </p:sp>
      <p:sp>
        <p:nvSpPr>
          <p:cNvPr id="21" name="文本框 20">
            <a:extLst>
              <a:ext uri="{FF2B5EF4-FFF2-40B4-BE49-F238E27FC236}">
                <a16:creationId xmlns:a16="http://schemas.microsoft.com/office/drawing/2014/main" id="{92FEDFCC-2EFE-AD98-F5D5-2A75D3EF6A8B}"/>
              </a:ext>
            </a:extLst>
          </p:cNvPr>
          <p:cNvSpPr txBox="1"/>
          <p:nvPr/>
        </p:nvSpPr>
        <p:spPr>
          <a:xfrm>
            <a:off x="5692979" y="3995498"/>
            <a:ext cx="2167044" cy="169277"/>
          </a:xfrm>
          <a:prstGeom prst="rect">
            <a:avLst/>
          </a:prstGeom>
          <a:solidFill>
            <a:schemeClr val="bg1"/>
          </a:solidFill>
        </p:spPr>
        <p:txBody>
          <a:bodyPr wrap="square" lIns="0" tIns="0" rIns="0" bIns="0" rtlCol="0">
            <a:spAutoFit/>
          </a:bodyPr>
          <a:lstStyle/>
          <a:p>
            <a:pPr algn="ctr"/>
            <a:r>
              <a:rPr lang="en-US" altLang="zh-CN" sz="1100" b="1" dirty="0">
                <a:solidFill>
                  <a:srgbClr val="002060"/>
                </a:solidFill>
                <a:latin typeface="微软雅黑" panose="020B0503020204020204" pitchFamily="34" charset="-122"/>
                <a:ea typeface="微软雅黑" panose="020B0503020204020204" pitchFamily="34" charset="-122"/>
                <a:cs typeface="Arial" pitchFamily="34" charset="0"/>
              </a:rPr>
              <a:t>Ground-waveform comparison</a:t>
            </a:r>
            <a:endParaRPr lang="zh-CN" altLang="en-US" sz="1100" b="1" dirty="0">
              <a:solidFill>
                <a:srgbClr val="002060"/>
              </a:solidFill>
              <a:latin typeface="微软雅黑" panose="020B0503020204020204" pitchFamily="34" charset="-122"/>
              <a:ea typeface="微软雅黑" panose="020B0503020204020204" pitchFamily="34" charset="-122"/>
              <a:cs typeface="Arial" pitchFamily="34" charset="0"/>
            </a:endParaRPr>
          </a:p>
        </p:txBody>
      </p:sp>
      <p:sp>
        <p:nvSpPr>
          <p:cNvPr id="22" name="文本框 21">
            <a:extLst>
              <a:ext uri="{FF2B5EF4-FFF2-40B4-BE49-F238E27FC236}">
                <a16:creationId xmlns:a16="http://schemas.microsoft.com/office/drawing/2014/main" id="{B9A7A11A-0F0C-DFC7-8DC8-205BEC85D575}"/>
              </a:ext>
            </a:extLst>
          </p:cNvPr>
          <p:cNvSpPr txBox="1"/>
          <p:nvPr/>
        </p:nvSpPr>
        <p:spPr>
          <a:xfrm>
            <a:off x="6405092" y="2653032"/>
            <a:ext cx="1215275" cy="276999"/>
          </a:xfrm>
          <a:prstGeom prst="rect">
            <a:avLst/>
          </a:prstGeom>
          <a:noFill/>
        </p:spPr>
        <p:txBody>
          <a:bodyPr wrap="square" rtlCol="0">
            <a:spAutoFit/>
          </a:bodyPr>
          <a:lstStyle/>
          <a:p>
            <a:pPr algn="ctr"/>
            <a:r>
              <a:rPr lang="en-US" altLang="zh-CN" sz="1200" b="1" dirty="0">
                <a:solidFill>
                  <a:srgbClr val="C00000"/>
                </a:solidFill>
                <a:latin typeface="微软雅黑" panose="020B0503020204020204" pitchFamily="34" charset="-122"/>
                <a:ea typeface="微软雅黑" panose="020B0503020204020204" pitchFamily="34" charset="-122"/>
              </a:rPr>
              <a:t>105.7PLdB</a:t>
            </a:r>
            <a:endParaRPr lang="zh-CN" altLang="en-US" sz="1200" b="1" dirty="0">
              <a:solidFill>
                <a:srgbClr val="C00000"/>
              </a:solidFill>
              <a:latin typeface="微软雅黑" panose="020B0503020204020204" pitchFamily="34" charset="-122"/>
              <a:ea typeface="微软雅黑" panose="020B0503020204020204" pitchFamily="34" charset="-122"/>
            </a:endParaRPr>
          </a:p>
        </p:txBody>
      </p:sp>
      <p:sp>
        <p:nvSpPr>
          <p:cNvPr id="23" name="文本框 22">
            <a:extLst>
              <a:ext uri="{FF2B5EF4-FFF2-40B4-BE49-F238E27FC236}">
                <a16:creationId xmlns:a16="http://schemas.microsoft.com/office/drawing/2014/main" id="{C1D867C8-D647-87FF-E810-380697AE201C}"/>
              </a:ext>
            </a:extLst>
          </p:cNvPr>
          <p:cNvSpPr txBox="1"/>
          <p:nvPr/>
        </p:nvSpPr>
        <p:spPr>
          <a:xfrm>
            <a:off x="7007664" y="2963058"/>
            <a:ext cx="1215275" cy="276999"/>
          </a:xfrm>
          <a:prstGeom prst="rect">
            <a:avLst/>
          </a:prstGeom>
          <a:noFill/>
        </p:spPr>
        <p:txBody>
          <a:bodyPr wrap="square" rtlCol="0">
            <a:spAutoFit/>
          </a:bodyPr>
          <a:lstStyle/>
          <a:p>
            <a:pPr algn="ctr"/>
            <a:r>
              <a:rPr lang="en-US" altLang="zh-CN" sz="1200" b="1" dirty="0">
                <a:solidFill>
                  <a:srgbClr val="002060"/>
                </a:solidFill>
                <a:latin typeface="微软雅黑" panose="020B0503020204020204" pitchFamily="34" charset="-122"/>
                <a:ea typeface="微软雅黑" panose="020B0503020204020204" pitchFamily="34" charset="-122"/>
              </a:rPr>
              <a:t>99.2PLdB</a:t>
            </a:r>
            <a:endParaRPr lang="zh-CN" altLang="en-US" sz="1200" b="1" dirty="0">
              <a:solidFill>
                <a:srgbClr val="002060"/>
              </a:solidFill>
              <a:latin typeface="微软雅黑" panose="020B0503020204020204" pitchFamily="34" charset="-122"/>
              <a:ea typeface="微软雅黑" panose="020B0503020204020204" pitchFamily="34" charset="-122"/>
            </a:endParaRPr>
          </a:p>
        </p:txBody>
      </p:sp>
      <p:cxnSp>
        <p:nvCxnSpPr>
          <p:cNvPr id="24" name="直接连接符 23">
            <a:extLst>
              <a:ext uri="{FF2B5EF4-FFF2-40B4-BE49-F238E27FC236}">
                <a16:creationId xmlns:a16="http://schemas.microsoft.com/office/drawing/2014/main" id="{7B3B47AF-4A59-D49B-32AF-D8FBB9A30B22}"/>
              </a:ext>
            </a:extLst>
          </p:cNvPr>
          <p:cNvCxnSpPr/>
          <p:nvPr/>
        </p:nvCxnSpPr>
        <p:spPr>
          <a:xfrm flipH="1">
            <a:off x="6258334" y="2781313"/>
            <a:ext cx="272077" cy="77046"/>
          </a:xfrm>
          <a:prstGeom prst="line">
            <a:avLst/>
          </a:prstGeom>
          <a:noFill/>
          <a:ln w="19050" cap="flat" cmpd="sng" algn="ctr">
            <a:solidFill>
              <a:srgbClr val="C00000"/>
            </a:solidFill>
            <a:prstDash val="solid"/>
            <a:miter lim="800000"/>
          </a:ln>
          <a:effectLst/>
        </p:spPr>
      </p:cxnSp>
      <p:cxnSp>
        <p:nvCxnSpPr>
          <p:cNvPr id="25" name="直接连接符 24">
            <a:extLst>
              <a:ext uri="{FF2B5EF4-FFF2-40B4-BE49-F238E27FC236}">
                <a16:creationId xmlns:a16="http://schemas.microsoft.com/office/drawing/2014/main" id="{101135B4-4A53-BC85-65F0-035048353F0F}"/>
              </a:ext>
            </a:extLst>
          </p:cNvPr>
          <p:cNvCxnSpPr>
            <a:cxnSpLocks/>
          </p:cNvCxnSpPr>
          <p:nvPr/>
        </p:nvCxnSpPr>
        <p:spPr>
          <a:xfrm flipH="1">
            <a:off x="7174724" y="3200278"/>
            <a:ext cx="136038" cy="163246"/>
          </a:xfrm>
          <a:prstGeom prst="line">
            <a:avLst/>
          </a:prstGeom>
          <a:noFill/>
          <a:ln w="19050" cap="flat" cmpd="sng" algn="ctr">
            <a:solidFill>
              <a:srgbClr val="002060"/>
            </a:solidFill>
            <a:prstDash val="solid"/>
            <a:miter lim="800000"/>
          </a:ln>
          <a:effectLst/>
        </p:spPr>
      </p:cxnSp>
      <p:sp>
        <p:nvSpPr>
          <p:cNvPr id="26" name="文本框 25">
            <a:extLst>
              <a:ext uri="{FF2B5EF4-FFF2-40B4-BE49-F238E27FC236}">
                <a16:creationId xmlns:a16="http://schemas.microsoft.com/office/drawing/2014/main" id="{B2059E88-20F4-1F10-A02A-8B3D3F56B34E}"/>
              </a:ext>
            </a:extLst>
          </p:cNvPr>
          <p:cNvSpPr txBox="1"/>
          <p:nvPr/>
        </p:nvSpPr>
        <p:spPr>
          <a:xfrm>
            <a:off x="7417751" y="1029325"/>
            <a:ext cx="1335724" cy="338554"/>
          </a:xfrm>
          <a:prstGeom prst="rect">
            <a:avLst/>
          </a:prstGeom>
          <a:solidFill>
            <a:schemeClr val="bg1"/>
          </a:solidFill>
          <a:ln>
            <a:solidFill>
              <a:srgbClr val="002060"/>
            </a:solidFill>
          </a:ln>
        </p:spPr>
        <p:txBody>
          <a:bodyPr wrap="square" lIns="0" tIns="0" rIns="0" bIns="0" rtlCol="0">
            <a:spAutoFit/>
          </a:bodyPr>
          <a:lstStyle/>
          <a:p>
            <a:pPr algn="ctr"/>
            <a:r>
              <a:rPr lang="en-US" altLang="zh-CN" sz="1100" b="1" dirty="0">
                <a:solidFill>
                  <a:srgbClr val="002060"/>
                </a:solidFill>
                <a:latin typeface="微软雅黑" panose="020B0503020204020204" pitchFamily="34" charset="-122"/>
                <a:ea typeface="微软雅黑" panose="020B0503020204020204" pitchFamily="34" charset="-122"/>
                <a:cs typeface="Arial" pitchFamily="34" charset="0"/>
              </a:rPr>
              <a:t>Shock peak caused by tail and wing</a:t>
            </a:r>
            <a:endParaRPr lang="zh-CN" altLang="en-US" sz="1100" b="1" dirty="0">
              <a:solidFill>
                <a:srgbClr val="002060"/>
              </a:solidFill>
              <a:latin typeface="微软雅黑" panose="020B0503020204020204" pitchFamily="34" charset="-122"/>
              <a:ea typeface="微软雅黑" panose="020B0503020204020204" pitchFamily="34" charset="-122"/>
              <a:cs typeface="Arial" pitchFamily="34" charset="0"/>
            </a:endParaRPr>
          </a:p>
        </p:txBody>
      </p:sp>
      <p:cxnSp>
        <p:nvCxnSpPr>
          <p:cNvPr id="27" name="直接连接符 26">
            <a:extLst>
              <a:ext uri="{FF2B5EF4-FFF2-40B4-BE49-F238E27FC236}">
                <a16:creationId xmlns:a16="http://schemas.microsoft.com/office/drawing/2014/main" id="{D0D8F34D-E128-CD74-8614-72AE339A74F9}"/>
              </a:ext>
            </a:extLst>
          </p:cNvPr>
          <p:cNvCxnSpPr>
            <a:cxnSpLocks/>
          </p:cNvCxnSpPr>
          <p:nvPr/>
        </p:nvCxnSpPr>
        <p:spPr>
          <a:xfrm flipH="1">
            <a:off x="7191524" y="1183175"/>
            <a:ext cx="226228" cy="72596"/>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955370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663CC7-54E7-BF32-C21D-C3EA12039F64}"/>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1E1D7A54-FF9B-6B40-353F-A65958E6579C}"/>
              </a:ext>
            </a:extLst>
          </p:cNvPr>
          <p:cNvSpPr>
            <a:spLocks noGrp="1"/>
          </p:cNvSpPr>
          <p:nvPr>
            <p:ph type="title"/>
          </p:nvPr>
        </p:nvSpPr>
        <p:spPr>
          <a:xfrm>
            <a:off x="457200" y="10913"/>
            <a:ext cx="8229600" cy="534392"/>
          </a:xfrm>
        </p:spPr>
        <p:txBody>
          <a:bodyPr/>
          <a:lstStyle/>
          <a:p>
            <a:r>
              <a:rPr lang="en-US" b="1" dirty="0"/>
              <a:t>3. Low-Boom Design &amp; Analysis</a:t>
            </a:r>
          </a:p>
        </p:txBody>
      </p:sp>
      <p:pic>
        <p:nvPicPr>
          <p:cNvPr id="10" name="Picture 6" descr="image30.png">
            <a:extLst>
              <a:ext uri="{FF2B5EF4-FFF2-40B4-BE49-F238E27FC236}">
                <a16:creationId xmlns:a16="http://schemas.microsoft.com/office/drawing/2014/main" id="{1F293D6A-CE5E-B685-FD43-A36DAA02B469}"/>
              </a:ext>
            </a:extLst>
          </p:cNvPr>
          <p:cNvPicPr>
            <a:picLocks noChangeAspect="1"/>
          </p:cNvPicPr>
          <p:nvPr/>
        </p:nvPicPr>
        <p:blipFill>
          <a:blip r:embed="rId3"/>
          <a:stretch>
            <a:fillRect/>
          </a:stretch>
        </p:blipFill>
        <p:spPr>
          <a:xfrm>
            <a:off x="272035" y="1300075"/>
            <a:ext cx="3583343" cy="1760101"/>
          </a:xfrm>
          <a:prstGeom prst="rect">
            <a:avLst/>
          </a:prstGeom>
          <a:ln w="9525">
            <a:noFill/>
          </a:ln>
        </p:spPr>
      </p:pic>
      <p:pic>
        <p:nvPicPr>
          <p:cNvPr id="12" name="Picture 7" descr="image31.png">
            <a:extLst>
              <a:ext uri="{FF2B5EF4-FFF2-40B4-BE49-F238E27FC236}">
                <a16:creationId xmlns:a16="http://schemas.microsoft.com/office/drawing/2014/main" id="{BC6355E0-D260-7A44-E22B-0B0346A0CB13}"/>
              </a:ext>
            </a:extLst>
          </p:cNvPr>
          <p:cNvPicPr>
            <a:picLocks noChangeAspect="1"/>
          </p:cNvPicPr>
          <p:nvPr/>
        </p:nvPicPr>
        <p:blipFill>
          <a:blip r:embed="rId4"/>
          <a:stretch>
            <a:fillRect/>
          </a:stretch>
        </p:blipFill>
        <p:spPr>
          <a:xfrm>
            <a:off x="4264771" y="983935"/>
            <a:ext cx="4607195" cy="2076241"/>
          </a:xfrm>
          <a:prstGeom prst="rect">
            <a:avLst/>
          </a:prstGeom>
          <a:ln w="9525">
            <a:noFill/>
          </a:ln>
        </p:spPr>
      </p:pic>
      <p:sp>
        <p:nvSpPr>
          <p:cNvPr id="17" name="Rounded Rectangle 12">
            <a:extLst>
              <a:ext uri="{FF2B5EF4-FFF2-40B4-BE49-F238E27FC236}">
                <a16:creationId xmlns:a16="http://schemas.microsoft.com/office/drawing/2014/main" id="{6D4F2D1D-9AA8-AC43-227E-153DDB718464}"/>
              </a:ext>
            </a:extLst>
          </p:cNvPr>
          <p:cNvSpPr/>
          <p:nvPr/>
        </p:nvSpPr>
        <p:spPr>
          <a:xfrm>
            <a:off x="224028" y="4230000"/>
            <a:ext cx="8695944" cy="342900"/>
          </a:xfrm>
          <a:prstGeom prst="roundRect">
            <a:avLst>
              <a:gd name="adj" fmla="val 16700"/>
            </a:avLst>
          </a:prstGeom>
          <a:solidFill>
            <a:schemeClr val="bg1"/>
          </a:solidFill>
          <a:ln w="12700">
            <a:solidFill>
              <a:srgbClr val="00206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2060"/>
                </a:solidFill>
                <a:latin typeface="微软雅黑" panose="020B0503020204020204" pitchFamily="34" charset="-122"/>
                <a:ea typeface="微软雅黑" panose="020B0503020204020204" pitchFamily="34" charset="-122"/>
              </a:rPr>
              <a:t>Winglets and V‑tails provide </a:t>
            </a:r>
            <a:r>
              <a:rPr lang="en-US" b="1" dirty="0">
                <a:solidFill>
                  <a:srgbClr val="C00000"/>
                </a:solidFill>
                <a:latin typeface="微软雅黑" panose="020B0503020204020204" pitchFamily="34" charset="-122"/>
                <a:ea typeface="微软雅黑" panose="020B0503020204020204" pitchFamily="34" charset="-122"/>
              </a:rPr>
              <a:t>aerodynamic control </a:t>
            </a:r>
            <a:r>
              <a:rPr lang="en-US" b="1" dirty="0">
                <a:solidFill>
                  <a:srgbClr val="002060"/>
                </a:solidFill>
                <a:latin typeface="微软雅黑" panose="020B0503020204020204" pitchFamily="34" charset="-122"/>
                <a:ea typeface="微软雅黑" panose="020B0503020204020204" pitchFamily="34" charset="-122"/>
              </a:rPr>
              <a:t>for BWB</a:t>
            </a:r>
            <a:endParaRPr b="1" dirty="0">
              <a:solidFill>
                <a:srgbClr val="002060"/>
              </a:solidFill>
              <a:latin typeface="微软雅黑" panose="020B0503020204020204" pitchFamily="34" charset="-122"/>
              <a:ea typeface="微软雅黑" panose="020B0503020204020204" pitchFamily="34" charset="-122"/>
            </a:endParaRPr>
          </a:p>
        </p:txBody>
      </p:sp>
      <p:sp>
        <p:nvSpPr>
          <p:cNvPr id="18" name="TextBox 2">
            <a:extLst>
              <a:ext uri="{FF2B5EF4-FFF2-40B4-BE49-F238E27FC236}">
                <a16:creationId xmlns:a16="http://schemas.microsoft.com/office/drawing/2014/main" id="{8693F566-1BB1-205E-781B-CADDD74BEECC}"/>
              </a:ext>
            </a:extLst>
          </p:cNvPr>
          <p:cNvSpPr txBox="1"/>
          <p:nvPr/>
        </p:nvSpPr>
        <p:spPr>
          <a:xfrm>
            <a:off x="272034" y="688892"/>
            <a:ext cx="7124075" cy="230832"/>
          </a:xfrm>
          <a:prstGeom prst="rect">
            <a:avLst/>
          </a:prstGeom>
          <a:noFill/>
        </p:spPr>
        <p:txBody>
          <a:bodyPr wrap="square" lIns="0" tIns="0" rIns="0" bIns="0" anchor="t">
            <a:spAutoFit/>
          </a:bodyPr>
          <a:lstStyle/>
          <a:p>
            <a:pPr marL="257175" indent="-257175">
              <a:spcAft>
                <a:spcPts val="300"/>
              </a:spcAft>
              <a:buFont typeface="Wingdings" panose="05000000000000000000" pitchFamily="2" charset="2"/>
              <a:buChar char="Ø"/>
            </a:pPr>
            <a:r>
              <a:rPr lang="en-US" sz="1500" b="1" dirty="0">
                <a:solidFill>
                  <a:srgbClr val="002060"/>
                </a:solidFill>
                <a:latin typeface="Arial"/>
              </a:rPr>
              <a:t>Rear-body components: winglets </a:t>
            </a:r>
            <a:r>
              <a:rPr lang="zh-CN" altLang="en-US" sz="1500" b="1" dirty="0">
                <a:solidFill>
                  <a:srgbClr val="002060"/>
                </a:solidFill>
                <a:latin typeface="Arial"/>
              </a:rPr>
              <a:t>＆ </a:t>
            </a:r>
            <a:r>
              <a:rPr lang="en-US" altLang="zh-CN" sz="1500" b="1" dirty="0">
                <a:solidFill>
                  <a:srgbClr val="002060"/>
                </a:solidFill>
                <a:latin typeface="Arial"/>
              </a:rPr>
              <a:t>V-tails</a:t>
            </a:r>
            <a:endParaRPr lang="en-US" sz="1500" b="1" dirty="0">
              <a:solidFill>
                <a:srgbClr val="002060"/>
              </a:solidFill>
              <a:latin typeface="Arial"/>
            </a:endParaRPr>
          </a:p>
        </p:txBody>
      </p:sp>
      <p:sp>
        <p:nvSpPr>
          <p:cNvPr id="19" name="文本框 18">
            <a:extLst>
              <a:ext uri="{FF2B5EF4-FFF2-40B4-BE49-F238E27FC236}">
                <a16:creationId xmlns:a16="http://schemas.microsoft.com/office/drawing/2014/main" id="{A2EF075D-8218-0C63-21FD-4FE8658A1821}"/>
              </a:ext>
            </a:extLst>
          </p:cNvPr>
          <p:cNvSpPr txBox="1"/>
          <p:nvPr/>
        </p:nvSpPr>
        <p:spPr>
          <a:xfrm>
            <a:off x="700584" y="3123945"/>
            <a:ext cx="2726243" cy="184666"/>
          </a:xfrm>
          <a:prstGeom prst="rect">
            <a:avLst/>
          </a:prstGeom>
          <a:solidFill>
            <a:schemeClr val="bg1"/>
          </a:solidFill>
        </p:spPr>
        <p:txBody>
          <a:bodyPr wrap="square" lIns="0" tIns="0" rIns="0" bIns="0" rtlCol="0">
            <a:spAutoFit/>
          </a:bodyPr>
          <a:lstStyle>
            <a:defPPr>
              <a:defRPr lang="de-DE"/>
            </a:defPPr>
            <a:lvl1pPr algn="ctr">
              <a:defRPr sz="1400" b="1">
                <a:solidFill>
                  <a:srgbClr val="002060"/>
                </a:solidFill>
                <a:latin typeface="微软雅黑" panose="020B0503020204020204" pitchFamily="34" charset="-122"/>
                <a:ea typeface="微软雅黑" panose="020B0503020204020204" pitchFamily="34" charset="-122"/>
                <a:cs typeface="Arial" pitchFamily="34" charset="0"/>
              </a:defRPr>
            </a:lvl1pPr>
          </a:lstStyle>
          <a:p>
            <a:r>
              <a:rPr lang="zh-CN" altLang="zh-CN" sz="1200" dirty="0"/>
              <a:t>winglet</a:t>
            </a:r>
            <a:r>
              <a:rPr lang="en-US" altLang="zh-CN" sz="1200" dirty="0"/>
              <a:t>s</a:t>
            </a:r>
            <a:r>
              <a:rPr lang="zh-CN" altLang="zh-CN" sz="1200" dirty="0"/>
              <a:t> geometry and dimensions</a:t>
            </a:r>
            <a:endParaRPr lang="zh-CN" altLang="en-US" sz="1200" dirty="0"/>
          </a:p>
        </p:txBody>
      </p:sp>
      <p:sp>
        <p:nvSpPr>
          <p:cNvPr id="20" name="文本框 19">
            <a:extLst>
              <a:ext uri="{FF2B5EF4-FFF2-40B4-BE49-F238E27FC236}">
                <a16:creationId xmlns:a16="http://schemas.microsoft.com/office/drawing/2014/main" id="{F3FFF272-9A4E-279C-8F96-C345DB54B2BD}"/>
              </a:ext>
            </a:extLst>
          </p:cNvPr>
          <p:cNvSpPr txBox="1"/>
          <p:nvPr/>
        </p:nvSpPr>
        <p:spPr>
          <a:xfrm>
            <a:off x="5521254" y="3123945"/>
            <a:ext cx="2726243" cy="184666"/>
          </a:xfrm>
          <a:prstGeom prst="rect">
            <a:avLst/>
          </a:prstGeom>
          <a:solidFill>
            <a:schemeClr val="bg1"/>
          </a:solidFill>
        </p:spPr>
        <p:txBody>
          <a:bodyPr wrap="square" lIns="0" tIns="0" rIns="0" bIns="0" rtlCol="0">
            <a:spAutoFit/>
          </a:bodyPr>
          <a:lstStyle>
            <a:defPPr>
              <a:defRPr lang="de-DE"/>
            </a:defPPr>
            <a:lvl1pPr algn="ctr">
              <a:defRPr sz="1400" b="1">
                <a:solidFill>
                  <a:srgbClr val="002060"/>
                </a:solidFill>
                <a:latin typeface="微软雅黑" panose="020B0503020204020204" pitchFamily="34" charset="-122"/>
                <a:ea typeface="微软雅黑" panose="020B0503020204020204" pitchFamily="34" charset="-122"/>
                <a:cs typeface="Arial" pitchFamily="34" charset="0"/>
              </a:defRPr>
            </a:lvl1pPr>
          </a:lstStyle>
          <a:p>
            <a:r>
              <a:rPr lang="en-US" altLang="zh-CN" sz="1200" dirty="0"/>
              <a:t>V-tails</a:t>
            </a:r>
            <a:r>
              <a:rPr lang="zh-CN" altLang="zh-CN" sz="1200" dirty="0"/>
              <a:t> geometry and dimensions</a:t>
            </a:r>
            <a:endParaRPr lang="zh-CN" altLang="en-US" sz="1200" dirty="0"/>
          </a:p>
        </p:txBody>
      </p:sp>
      <p:sp>
        <p:nvSpPr>
          <p:cNvPr id="21" name="文本框 20">
            <a:extLst>
              <a:ext uri="{FF2B5EF4-FFF2-40B4-BE49-F238E27FC236}">
                <a16:creationId xmlns:a16="http://schemas.microsoft.com/office/drawing/2014/main" id="{AD70F94F-6AAC-67E8-4B70-862459ABEFE5}"/>
              </a:ext>
            </a:extLst>
          </p:cNvPr>
          <p:cNvSpPr txBox="1"/>
          <p:nvPr/>
        </p:nvSpPr>
        <p:spPr>
          <a:xfrm>
            <a:off x="272034" y="3361285"/>
            <a:ext cx="8650224" cy="651717"/>
          </a:xfrm>
          <a:prstGeom prst="rect">
            <a:avLst/>
          </a:prstGeom>
          <a:noFill/>
        </p:spPr>
        <p:txBody>
          <a:bodyPr wrap="square" lIns="0" tIns="0" rIns="0" bIns="0" rtlCol="0">
            <a:spAutoFit/>
          </a:bodyPr>
          <a:lstStyle>
            <a:defPPr>
              <a:defRPr lang="de-DE"/>
            </a:defPPr>
            <a:lvl1pPr marL="342900" indent="-342900">
              <a:lnSpc>
                <a:spcPct val="150000"/>
              </a:lnSpc>
              <a:buFont typeface="Wingdings" panose="05000000000000000000" pitchFamily="2" charset="2"/>
              <a:buChar char="p"/>
              <a:defRPr sz="2000">
                <a:solidFill>
                  <a:srgbClr val="002060"/>
                </a:solidFill>
                <a:latin typeface="微软雅黑" panose="020B0503020204020204" pitchFamily="34" charset="-122"/>
                <a:ea typeface="微软雅黑" panose="020B0503020204020204" pitchFamily="34" charset="-122"/>
                <a:cs typeface="Arial" pitchFamily="34" charset="0"/>
              </a:defRPr>
            </a:lvl1pPr>
          </a:lstStyle>
          <a:p>
            <a:r>
              <a:rPr lang="zh-CN" altLang="zh-CN" sz="1500" dirty="0"/>
              <a:t>V‑tail dimensions are determined by pitch and lateral‑directional moment requirements. </a:t>
            </a:r>
            <a:endParaRPr lang="en-US" altLang="zh-CN" sz="1500" dirty="0"/>
          </a:p>
          <a:p>
            <a:r>
              <a:rPr lang="zh-CN" altLang="zh-CN" sz="1500" dirty="0"/>
              <a:t>A large sweep angle is adopted to strengthen its influence on aft‑body wave‑system.</a:t>
            </a:r>
            <a:endParaRPr lang="zh-CN" altLang="en-US" sz="1500" dirty="0"/>
          </a:p>
        </p:txBody>
      </p:sp>
    </p:spTree>
    <p:extLst>
      <p:ext uri="{BB962C8B-B14F-4D97-AF65-F5344CB8AC3E}">
        <p14:creationId xmlns:p14="http://schemas.microsoft.com/office/powerpoint/2010/main" val="498558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B6EBF-12F0-52C4-36D1-49276126A320}"/>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11DDBD76-E99C-21D5-027C-3D48792B0AC4}"/>
              </a:ext>
            </a:extLst>
          </p:cNvPr>
          <p:cNvSpPr>
            <a:spLocks noGrp="1"/>
          </p:cNvSpPr>
          <p:nvPr>
            <p:ph type="title"/>
          </p:nvPr>
        </p:nvSpPr>
        <p:spPr>
          <a:xfrm>
            <a:off x="457200" y="10913"/>
            <a:ext cx="8229600" cy="534392"/>
          </a:xfrm>
        </p:spPr>
        <p:txBody>
          <a:bodyPr/>
          <a:lstStyle/>
          <a:p>
            <a:r>
              <a:rPr lang="en-US" b="1" dirty="0"/>
              <a:t>3. Low-Boom Design &amp; Analysis</a:t>
            </a:r>
          </a:p>
        </p:txBody>
      </p:sp>
      <p:pic>
        <p:nvPicPr>
          <p:cNvPr id="6" name="Picture 9" descr="image32.png">
            <a:extLst>
              <a:ext uri="{FF2B5EF4-FFF2-40B4-BE49-F238E27FC236}">
                <a16:creationId xmlns:a16="http://schemas.microsoft.com/office/drawing/2014/main" id="{E4068FA8-35E0-DFFF-070F-B547265240BB}"/>
              </a:ext>
            </a:extLst>
          </p:cNvPr>
          <p:cNvPicPr>
            <a:picLocks noChangeAspect="1"/>
          </p:cNvPicPr>
          <p:nvPr/>
        </p:nvPicPr>
        <p:blipFill>
          <a:blip r:embed="rId3"/>
          <a:stretch>
            <a:fillRect/>
          </a:stretch>
        </p:blipFill>
        <p:spPr>
          <a:xfrm>
            <a:off x="323531" y="963861"/>
            <a:ext cx="4050000" cy="2063771"/>
          </a:xfrm>
          <a:prstGeom prst="rect">
            <a:avLst/>
          </a:prstGeom>
          <a:ln w="9525">
            <a:noFill/>
          </a:ln>
        </p:spPr>
      </p:pic>
      <p:pic>
        <p:nvPicPr>
          <p:cNvPr id="7" name="Picture 10" descr="image33.png">
            <a:extLst>
              <a:ext uri="{FF2B5EF4-FFF2-40B4-BE49-F238E27FC236}">
                <a16:creationId xmlns:a16="http://schemas.microsoft.com/office/drawing/2014/main" id="{3AD67DA3-F670-3787-0731-2D21051FF7ED}"/>
              </a:ext>
            </a:extLst>
          </p:cNvPr>
          <p:cNvPicPr>
            <a:picLocks noChangeAspect="1"/>
          </p:cNvPicPr>
          <p:nvPr/>
        </p:nvPicPr>
        <p:blipFill>
          <a:blip r:embed="rId4"/>
          <a:stretch>
            <a:fillRect/>
          </a:stretch>
        </p:blipFill>
        <p:spPr>
          <a:xfrm>
            <a:off x="4667249" y="955467"/>
            <a:ext cx="3964571" cy="2280505"/>
          </a:xfrm>
          <a:prstGeom prst="rect">
            <a:avLst/>
          </a:prstGeom>
          <a:ln w="9525">
            <a:noFill/>
          </a:ln>
        </p:spPr>
      </p:pic>
      <p:sp>
        <p:nvSpPr>
          <p:cNvPr id="8" name="Rounded Rectangle 12">
            <a:extLst>
              <a:ext uri="{FF2B5EF4-FFF2-40B4-BE49-F238E27FC236}">
                <a16:creationId xmlns:a16="http://schemas.microsoft.com/office/drawing/2014/main" id="{CADBC790-4062-A65E-CA46-E707E2707772}"/>
              </a:ext>
            </a:extLst>
          </p:cNvPr>
          <p:cNvSpPr/>
          <p:nvPr/>
        </p:nvSpPr>
        <p:spPr>
          <a:xfrm>
            <a:off x="233850" y="4230000"/>
            <a:ext cx="8695944" cy="342900"/>
          </a:xfrm>
          <a:prstGeom prst="roundRect">
            <a:avLst>
              <a:gd name="adj" fmla="val 16700"/>
            </a:avLst>
          </a:prstGeom>
          <a:solidFill>
            <a:schemeClr val="bg1"/>
          </a:solidFill>
          <a:ln w="12700">
            <a:solidFill>
              <a:srgbClr val="00206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2060"/>
                </a:solidFill>
                <a:latin typeface="微软雅黑" panose="020B0503020204020204" pitchFamily="34" charset="-122"/>
                <a:ea typeface="微软雅黑" panose="020B0503020204020204" pitchFamily="34" charset="-122"/>
              </a:rPr>
              <a:t>Winglets suppress </a:t>
            </a:r>
            <a:r>
              <a:rPr lang="en-US" b="1" dirty="0">
                <a:solidFill>
                  <a:srgbClr val="C00000"/>
                </a:solidFill>
                <a:latin typeface="微软雅黑" panose="020B0503020204020204" pitchFamily="34" charset="-122"/>
                <a:ea typeface="微软雅黑" panose="020B0503020204020204" pitchFamily="34" charset="-122"/>
              </a:rPr>
              <a:t>wing‑tip vortices </a:t>
            </a:r>
            <a:r>
              <a:rPr lang="en-US" b="1" dirty="0">
                <a:solidFill>
                  <a:srgbClr val="002060"/>
                </a:solidFill>
                <a:latin typeface="微软雅黑" panose="020B0503020204020204" pitchFamily="34" charset="-122"/>
                <a:ea typeface="微软雅黑" panose="020B0503020204020204" pitchFamily="34" charset="-122"/>
              </a:rPr>
              <a:t>thereby mitigate </a:t>
            </a:r>
            <a:r>
              <a:rPr lang="en-US" b="1" dirty="0">
                <a:solidFill>
                  <a:srgbClr val="C00000"/>
                </a:solidFill>
                <a:latin typeface="微软雅黑" panose="020B0503020204020204" pitchFamily="34" charset="-122"/>
                <a:ea typeface="微软雅黑" panose="020B0503020204020204" pitchFamily="34" charset="-122"/>
              </a:rPr>
              <a:t>over‑expansion</a:t>
            </a:r>
            <a:endParaRPr b="1" dirty="0">
              <a:solidFill>
                <a:srgbClr val="C00000"/>
              </a:solidFill>
              <a:latin typeface="微软雅黑" panose="020B0503020204020204" pitchFamily="34" charset="-122"/>
              <a:ea typeface="微软雅黑" panose="020B0503020204020204" pitchFamily="34" charset="-122"/>
            </a:endParaRPr>
          </a:p>
        </p:txBody>
      </p:sp>
      <p:sp>
        <p:nvSpPr>
          <p:cNvPr id="11" name="TextBox 2">
            <a:extLst>
              <a:ext uri="{FF2B5EF4-FFF2-40B4-BE49-F238E27FC236}">
                <a16:creationId xmlns:a16="http://schemas.microsoft.com/office/drawing/2014/main" id="{62CAE2B4-6D3B-B51A-9987-AA60FDFF874B}"/>
              </a:ext>
            </a:extLst>
          </p:cNvPr>
          <p:cNvSpPr txBox="1"/>
          <p:nvPr/>
        </p:nvSpPr>
        <p:spPr>
          <a:xfrm>
            <a:off x="157735" y="671213"/>
            <a:ext cx="7124075" cy="230832"/>
          </a:xfrm>
          <a:prstGeom prst="rect">
            <a:avLst/>
          </a:prstGeom>
          <a:noFill/>
        </p:spPr>
        <p:txBody>
          <a:bodyPr wrap="square" lIns="0" tIns="0" rIns="0" bIns="0" anchor="t">
            <a:spAutoFit/>
          </a:bodyPr>
          <a:lstStyle/>
          <a:p>
            <a:pPr marL="257175" indent="-257175">
              <a:spcAft>
                <a:spcPts val="300"/>
              </a:spcAft>
              <a:buFont typeface="Wingdings" panose="05000000000000000000" pitchFamily="2" charset="2"/>
              <a:buChar char="Ø"/>
            </a:pPr>
            <a:r>
              <a:rPr lang="en-US" sz="1500" b="1" dirty="0">
                <a:solidFill>
                  <a:srgbClr val="002060"/>
                </a:solidFill>
                <a:latin typeface="Arial"/>
              </a:rPr>
              <a:t>Rear-body components I: winglets</a:t>
            </a:r>
          </a:p>
        </p:txBody>
      </p:sp>
      <p:sp>
        <p:nvSpPr>
          <p:cNvPr id="13" name="文本框 12">
            <a:extLst>
              <a:ext uri="{FF2B5EF4-FFF2-40B4-BE49-F238E27FC236}">
                <a16:creationId xmlns:a16="http://schemas.microsoft.com/office/drawing/2014/main" id="{61757B6F-7C50-4AFF-982C-8E0ECAF8A2E1}"/>
              </a:ext>
            </a:extLst>
          </p:cNvPr>
          <p:cNvSpPr txBox="1"/>
          <p:nvPr/>
        </p:nvSpPr>
        <p:spPr>
          <a:xfrm>
            <a:off x="233849" y="3178612"/>
            <a:ext cx="8695945" cy="997966"/>
          </a:xfrm>
          <a:prstGeom prst="rect">
            <a:avLst/>
          </a:prstGeom>
          <a:noFill/>
        </p:spPr>
        <p:txBody>
          <a:bodyPr wrap="square" lIns="0" tIns="0" rIns="0" bIns="0" rtlCol="0">
            <a:spAutoFit/>
          </a:bodyPr>
          <a:lstStyle/>
          <a:p>
            <a:pPr marL="257175" indent="-257175">
              <a:lnSpc>
                <a:spcPct val="150000"/>
              </a:lnSpc>
              <a:buFont typeface="Wingdings" panose="05000000000000000000" pitchFamily="2" charset="2"/>
              <a:buChar char="p"/>
            </a:pPr>
            <a:r>
              <a:rPr lang="en-US" altLang="zh-CN" sz="1500" dirty="0">
                <a:solidFill>
                  <a:srgbClr val="002060"/>
                </a:solidFill>
                <a:latin typeface="微软雅黑" panose="020B0503020204020204" pitchFamily="34" charset="-122"/>
                <a:ea typeface="微软雅黑" panose="020B0503020204020204" pitchFamily="34" charset="-122"/>
                <a:cs typeface="Arial" pitchFamily="34" charset="0"/>
              </a:rPr>
              <a:t>Low pressure over the wing upper surface propagates to the aft‑body via wing‑tip vortices, amplifying aft‑body over‑expansion.</a:t>
            </a:r>
          </a:p>
          <a:p>
            <a:pPr marL="257175" indent="-257175">
              <a:lnSpc>
                <a:spcPct val="150000"/>
              </a:lnSpc>
              <a:buFont typeface="Wingdings" panose="05000000000000000000" pitchFamily="2" charset="2"/>
              <a:buChar char="p"/>
            </a:pPr>
            <a:r>
              <a:rPr lang="en-US" altLang="zh-CN" sz="1500" dirty="0">
                <a:solidFill>
                  <a:srgbClr val="002060"/>
                </a:solidFill>
                <a:latin typeface="微软雅黑" panose="020B0503020204020204" pitchFamily="34" charset="-122"/>
                <a:ea typeface="微软雅黑" panose="020B0503020204020204" pitchFamily="34" charset="-122"/>
                <a:cs typeface="Arial" pitchFamily="34" charset="0"/>
              </a:rPr>
              <a:t>Winglets prevent this upper‑surface low‑pressure from intruding onto the lower‑surface.</a:t>
            </a:r>
            <a:endParaRPr lang="zh-CN" altLang="en-US" sz="1500" dirty="0">
              <a:solidFill>
                <a:srgbClr val="002060"/>
              </a:solidFill>
              <a:latin typeface="微软雅黑" panose="020B0503020204020204" pitchFamily="34" charset="-122"/>
              <a:ea typeface="微软雅黑" panose="020B0503020204020204" pitchFamily="34" charset="-122"/>
              <a:cs typeface="Arial" pitchFamily="34" charset="0"/>
            </a:endParaRPr>
          </a:p>
        </p:txBody>
      </p:sp>
    </p:spTree>
    <p:extLst>
      <p:ext uri="{BB962C8B-B14F-4D97-AF65-F5344CB8AC3E}">
        <p14:creationId xmlns:p14="http://schemas.microsoft.com/office/powerpoint/2010/main" val="33285476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6">
            <a:extLst>
              <a:ext uri="{FF2B5EF4-FFF2-40B4-BE49-F238E27FC236}">
                <a16:creationId xmlns:a16="http://schemas.microsoft.com/office/drawing/2014/main" id="{2634F2A5-75C9-34B0-57BB-EC9CBA15A5DB}"/>
              </a:ext>
            </a:extLst>
          </p:cNvPr>
          <p:cNvSpPr>
            <a:spLocks noGrp="1"/>
          </p:cNvSpPr>
          <p:nvPr>
            <p:ph type="sldNum" sz="quarter" idx="12"/>
          </p:nvPr>
        </p:nvSpPr>
        <p:spPr/>
        <p:txBody>
          <a:bodyPr/>
          <a:lstStyle/>
          <a:p>
            <a:fld id="{87F8B100-9989-F34E-92F9-CB4946CF0D63}" type="slidenum">
              <a:rPr lang="de-DE" smtClean="0"/>
              <a:t>17</a:t>
            </a:fld>
            <a:endParaRPr lang="de-DE"/>
          </a:p>
        </p:txBody>
      </p:sp>
      <p:sp>
        <p:nvSpPr>
          <p:cNvPr id="8" name="Title 1">
            <a:extLst>
              <a:ext uri="{FF2B5EF4-FFF2-40B4-BE49-F238E27FC236}">
                <a16:creationId xmlns:a16="http://schemas.microsoft.com/office/drawing/2014/main" id="{D3DF53A9-0D6D-AD6E-E674-87E1E78EA335}"/>
              </a:ext>
            </a:extLst>
          </p:cNvPr>
          <p:cNvSpPr>
            <a:spLocks noGrp="1"/>
          </p:cNvSpPr>
          <p:nvPr>
            <p:ph type="title"/>
          </p:nvPr>
        </p:nvSpPr>
        <p:spPr>
          <a:xfrm>
            <a:off x="457200" y="10913"/>
            <a:ext cx="8229600" cy="534392"/>
          </a:xfrm>
        </p:spPr>
        <p:txBody>
          <a:bodyPr/>
          <a:lstStyle/>
          <a:p>
            <a:r>
              <a:rPr lang="en-US" b="1" dirty="0"/>
              <a:t>3. Low-Boom Design &amp; Analysis</a:t>
            </a:r>
          </a:p>
        </p:txBody>
      </p:sp>
      <p:pic>
        <p:nvPicPr>
          <p:cNvPr id="9" name="Picture 6" descr="image34.png">
            <a:extLst>
              <a:ext uri="{FF2B5EF4-FFF2-40B4-BE49-F238E27FC236}">
                <a16:creationId xmlns:a16="http://schemas.microsoft.com/office/drawing/2014/main" id="{5973B707-F372-A852-EB8B-E5DE196C9ED2}"/>
              </a:ext>
            </a:extLst>
          </p:cNvPr>
          <p:cNvPicPr>
            <a:picLocks noChangeAspect="1"/>
          </p:cNvPicPr>
          <p:nvPr/>
        </p:nvPicPr>
        <p:blipFill>
          <a:blip r:embed="rId3"/>
          <a:stretch>
            <a:fillRect/>
          </a:stretch>
        </p:blipFill>
        <p:spPr>
          <a:xfrm>
            <a:off x="231042" y="963137"/>
            <a:ext cx="4274283" cy="2456485"/>
          </a:xfrm>
          <a:prstGeom prst="rect">
            <a:avLst/>
          </a:prstGeom>
          <a:ln w="9525">
            <a:noFill/>
          </a:ln>
        </p:spPr>
      </p:pic>
      <p:pic>
        <p:nvPicPr>
          <p:cNvPr id="10" name="Picture 7" descr="image35.png">
            <a:extLst>
              <a:ext uri="{FF2B5EF4-FFF2-40B4-BE49-F238E27FC236}">
                <a16:creationId xmlns:a16="http://schemas.microsoft.com/office/drawing/2014/main" id="{AE1AEDDA-02CF-96AB-B2E7-2C1F49945B3F}"/>
              </a:ext>
            </a:extLst>
          </p:cNvPr>
          <p:cNvPicPr>
            <a:picLocks noChangeAspect="1"/>
          </p:cNvPicPr>
          <p:nvPr/>
        </p:nvPicPr>
        <p:blipFill>
          <a:blip r:embed="rId4"/>
          <a:stretch>
            <a:fillRect/>
          </a:stretch>
        </p:blipFill>
        <p:spPr>
          <a:xfrm>
            <a:off x="4638677" y="967716"/>
            <a:ext cx="4283582" cy="2483718"/>
          </a:xfrm>
          <a:prstGeom prst="rect">
            <a:avLst/>
          </a:prstGeom>
          <a:ln w="9525">
            <a:noFill/>
          </a:ln>
        </p:spPr>
      </p:pic>
      <p:sp>
        <p:nvSpPr>
          <p:cNvPr id="11" name="Rounded Rectangle 12">
            <a:extLst>
              <a:ext uri="{FF2B5EF4-FFF2-40B4-BE49-F238E27FC236}">
                <a16:creationId xmlns:a16="http://schemas.microsoft.com/office/drawing/2014/main" id="{689A13EE-A4E4-E60E-3C97-ACBAF92C361B}"/>
              </a:ext>
            </a:extLst>
          </p:cNvPr>
          <p:cNvSpPr/>
          <p:nvPr/>
        </p:nvSpPr>
        <p:spPr>
          <a:xfrm>
            <a:off x="231042" y="4230000"/>
            <a:ext cx="8695944" cy="342900"/>
          </a:xfrm>
          <a:prstGeom prst="roundRect">
            <a:avLst>
              <a:gd name="adj" fmla="val 16700"/>
            </a:avLst>
          </a:prstGeom>
          <a:solidFill>
            <a:schemeClr val="bg1"/>
          </a:solidFill>
          <a:ln w="12700">
            <a:solidFill>
              <a:srgbClr val="00206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2060"/>
                </a:solidFill>
                <a:latin typeface="微软雅黑" panose="020B0503020204020204" pitchFamily="34" charset="-122"/>
                <a:ea typeface="微软雅黑" panose="020B0503020204020204" pitchFamily="34" charset="-122"/>
              </a:rPr>
              <a:t>V‑tails are largely shielded by the fuselage, </a:t>
            </a:r>
            <a:r>
              <a:rPr lang="en-US" b="1" dirty="0">
                <a:solidFill>
                  <a:srgbClr val="C00000"/>
                </a:solidFill>
                <a:latin typeface="微软雅黑" panose="020B0503020204020204" pitchFamily="34" charset="-122"/>
                <a:ea typeface="微软雅黑" panose="020B0503020204020204" pitchFamily="34" charset="-122"/>
              </a:rPr>
              <a:t>limiting their influence</a:t>
            </a:r>
            <a:endParaRPr b="1" dirty="0">
              <a:solidFill>
                <a:srgbClr val="C00000"/>
              </a:solidFill>
              <a:latin typeface="微软雅黑" panose="020B0503020204020204" pitchFamily="34" charset="-122"/>
              <a:ea typeface="微软雅黑" panose="020B0503020204020204" pitchFamily="34" charset="-122"/>
            </a:endParaRPr>
          </a:p>
        </p:txBody>
      </p:sp>
      <p:sp>
        <p:nvSpPr>
          <p:cNvPr id="12" name="TextBox 2">
            <a:extLst>
              <a:ext uri="{FF2B5EF4-FFF2-40B4-BE49-F238E27FC236}">
                <a16:creationId xmlns:a16="http://schemas.microsoft.com/office/drawing/2014/main" id="{0DE61A3E-90C1-1B2B-CF36-3C06B8D30AE0}"/>
              </a:ext>
            </a:extLst>
          </p:cNvPr>
          <p:cNvSpPr txBox="1"/>
          <p:nvPr/>
        </p:nvSpPr>
        <p:spPr>
          <a:xfrm>
            <a:off x="157735" y="671213"/>
            <a:ext cx="7124075" cy="230832"/>
          </a:xfrm>
          <a:prstGeom prst="rect">
            <a:avLst/>
          </a:prstGeom>
          <a:noFill/>
        </p:spPr>
        <p:txBody>
          <a:bodyPr wrap="square" lIns="0" tIns="0" rIns="0" bIns="0" anchor="t">
            <a:spAutoFit/>
          </a:bodyPr>
          <a:lstStyle/>
          <a:p>
            <a:pPr marL="257175" indent="-257175">
              <a:spcAft>
                <a:spcPts val="300"/>
              </a:spcAft>
              <a:buFont typeface="Wingdings" panose="05000000000000000000" pitchFamily="2" charset="2"/>
              <a:buChar char="Ø"/>
            </a:pPr>
            <a:r>
              <a:rPr lang="en-US" sz="1500" b="1" dirty="0">
                <a:solidFill>
                  <a:srgbClr val="002060"/>
                </a:solidFill>
                <a:latin typeface="Arial"/>
              </a:rPr>
              <a:t>Rear-body components I: V-tails</a:t>
            </a:r>
          </a:p>
        </p:txBody>
      </p:sp>
      <p:sp>
        <p:nvSpPr>
          <p:cNvPr id="13" name="文本框 12">
            <a:extLst>
              <a:ext uri="{FF2B5EF4-FFF2-40B4-BE49-F238E27FC236}">
                <a16:creationId xmlns:a16="http://schemas.microsoft.com/office/drawing/2014/main" id="{3233DEC2-D6A8-831D-3B81-41364C90A1BC}"/>
              </a:ext>
            </a:extLst>
          </p:cNvPr>
          <p:cNvSpPr txBox="1"/>
          <p:nvPr/>
        </p:nvSpPr>
        <p:spPr>
          <a:xfrm>
            <a:off x="235614" y="3517662"/>
            <a:ext cx="8686644" cy="651717"/>
          </a:xfrm>
          <a:prstGeom prst="rect">
            <a:avLst/>
          </a:prstGeom>
          <a:noFill/>
        </p:spPr>
        <p:txBody>
          <a:bodyPr wrap="square" lIns="0" tIns="0" rIns="0" bIns="0" rtlCol="0">
            <a:spAutoFit/>
          </a:bodyPr>
          <a:lstStyle>
            <a:defPPr>
              <a:defRPr lang="de-DE"/>
            </a:defPPr>
            <a:lvl1pPr marL="342900" indent="-342900">
              <a:lnSpc>
                <a:spcPct val="150000"/>
              </a:lnSpc>
              <a:buFont typeface="Wingdings" panose="05000000000000000000" pitchFamily="2" charset="2"/>
              <a:buChar char="p"/>
              <a:defRPr sz="2000">
                <a:solidFill>
                  <a:srgbClr val="002060"/>
                </a:solidFill>
                <a:latin typeface="微软雅黑" panose="020B0503020204020204" pitchFamily="34" charset="-122"/>
                <a:ea typeface="微软雅黑" panose="020B0503020204020204" pitchFamily="34" charset="-122"/>
                <a:cs typeface="Arial" pitchFamily="34" charset="0"/>
              </a:defRPr>
            </a:lvl1pPr>
          </a:lstStyle>
          <a:p>
            <a:r>
              <a:rPr lang="zh-CN" altLang="zh-CN" sz="1500" dirty="0"/>
              <a:t>V‑tail effects are complex. They involve fuselage shielding and wing‑wave interference</a:t>
            </a:r>
            <a:endParaRPr lang="en-US" altLang="zh-CN" sz="1500" dirty="0"/>
          </a:p>
          <a:p>
            <a:r>
              <a:rPr lang="zh-CN" altLang="zh-CN" sz="1500" dirty="0"/>
              <a:t>This is </a:t>
            </a:r>
            <a:r>
              <a:rPr lang="zh-CN" altLang="zh-CN" sz="1500" dirty="0">
                <a:solidFill>
                  <a:srgbClr val="C00000"/>
                </a:solidFill>
              </a:rPr>
              <a:t>preliminary work</a:t>
            </a:r>
            <a:r>
              <a:rPr lang="zh-CN" altLang="zh-CN" sz="1500" dirty="0"/>
              <a:t>. V‑tail mechanisms are not systematically studied</a:t>
            </a:r>
            <a:endParaRPr lang="zh-CN" altLang="en-US" sz="1500" dirty="0"/>
          </a:p>
        </p:txBody>
      </p:sp>
    </p:spTree>
    <p:extLst>
      <p:ext uri="{BB962C8B-B14F-4D97-AF65-F5344CB8AC3E}">
        <p14:creationId xmlns:p14="http://schemas.microsoft.com/office/powerpoint/2010/main" val="12460982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C5FAD-B630-AD69-44A6-A9B0E2FBB9D5}"/>
            </a:ext>
          </a:extLst>
        </p:cNvPr>
        <p:cNvGrpSpPr/>
        <p:nvPr/>
      </p:nvGrpSpPr>
      <p:grpSpPr>
        <a:xfrm>
          <a:off x="0" y="0"/>
          <a:ext cx="0" cy="0"/>
          <a:chOff x="0" y="0"/>
          <a:chExt cx="0" cy="0"/>
        </a:xfrm>
      </p:grpSpPr>
      <p:sp>
        <p:nvSpPr>
          <p:cNvPr id="7" name="灯片编号占位符 6">
            <a:extLst>
              <a:ext uri="{FF2B5EF4-FFF2-40B4-BE49-F238E27FC236}">
                <a16:creationId xmlns:a16="http://schemas.microsoft.com/office/drawing/2014/main" id="{ABFFABAD-6551-4681-AF1E-2D79B7A61988}"/>
              </a:ext>
            </a:extLst>
          </p:cNvPr>
          <p:cNvSpPr>
            <a:spLocks noGrp="1"/>
          </p:cNvSpPr>
          <p:nvPr>
            <p:ph type="sldNum" sz="quarter" idx="12"/>
          </p:nvPr>
        </p:nvSpPr>
        <p:spPr/>
        <p:txBody>
          <a:bodyPr/>
          <a:lstStyle/>
          <a:p>
            <a:fld id="{87F8B100-9989-F34E-92F9-CB4946CF0D63}" type="slidenum">
              <a:rPr lang="de-DE" smtClean="0"/>
              <a:t>18</a:t>
            </a:fld>
            <a:endParaRPr lang="de-DE"/>
          </a:p>
        </p:txBody>
      </p:sp>
      <p:sp>
        <p:nvSpPr>
          <p:cNvPr id="8" name="Title 1">
            <a:extLst>
              <a:ext uri="{FF2B5EF4-FFF2-40B4-BE49-F238E27FC236}">
                <a16:creationId xmlns:a16="http://schemas.microsoft.com/office/drawing/2014/main" id="{2DD9EFC8-E07A-F976-8A8A-991E26A92C99}"/>
              </a:ext>
            </a:extLst>
          </p:cNvPr>
          <p:cNvSpPr>
            <a:spLocks noGrp="1"/>
          </p:cNvSpPr>
          <p:nvPr>
            <p:ph type="title"/>
          </p:nvPr>
        </p:nvSpPr>
        <p:spPr>
          <a:xfrm>
            <a:off x="457200" y="10913"/>
            <a:ext cx="8229600" cy="534392"/>
          </a:xfrm>
        </p:spPr>
        <p:txBody>
          <a:bodyPr/>
          <a:lstStyle/>
          <a:p>
            <a:r>
              <a:rPr lang="en-US" b="1" dirty="0"/>
              <a:t>3. Low-Boom Design &amp; Analysis</a:t>
            </a:r>
          </a:p>
        </p:txBody>
      </p:sp>
      <p:pic>
        <p:nvPicPr>
          <p:cNvPr id="2" name="Picture 9" descr="image36.png">
            <a:extLst>
              <a:ext uri="{FF2B5EF4-FFF2-40B4-BE49-F238E27FC236}">
                <a16:creationId xmlns:a16="http://schemas.microsoft.com/office/drawing/2014/main" id="{E6F24AB0-0410-73FC-8477-6571166C6EDA}"/>
              </a:ext>
            </a:extLst>
          </p:cNvPr>
          <p:cNvPicPr>
            <a:picLocks noChangeAspect="1"/>
          </p:cNvPicPr>
          <p:nvPr/>
        </p:nvPicPr>
        <p:blipFill>
          <a:blip r:embed="rId3"/>
          <a:stretch>
            <a:fillRect/>
          </a:stretch>
        </p:blipFill>
        <p:spPr>
          <a:xfrm>
            <a:off x="732208" y="922233"/>
            <a:ext cx="3320758" cy="1743930"/>
          </a:xfrm>
          <a:prstGeom prst="rect">
            <a:avLst/>
          </a:prstGeom>
          <a:ln w="9525">
            <a:noFill/>
          </a:ln>
        </p:spPr>
      </p:pic>
      <p:pic>
        <p:nvPicPr>
          <p:cNvPr id="3" name="Picture 10" descr="image37.png">
            <a:extLst>
              <a:ext uri="{FF2B5EF4-FFF2-40B4-BE49-F238E27FC236}">
                <a16:creationId xmlns:a16="http://schemas.microsoft.com/office/drawing/2014/main" id="{19CF92AE-34D4-77A4-63A3-BEE383AAF605}"/>
              </a:ext>
            </a:extLst>
          </p:cNvPr>
          <p:cNvPicPr>
            <a:picLocks noChangeAspect="1"/>
          </p:cNvPicPr>
          <p:nvPr/>
        </p:nvPicPr>
        <p:blipFill>
          <a:blip r:embed="rId4"/>
          <a:stretch>
            <a:fillRect/>
          </a:stretch>
        </p:blipFill>
        <p:spPr>
          <a:xfrm>
            <a:off x="4951984" y="964643"/>
            <a:ext cx="3744845" cy="2941699"/>
          </a:xfrm>
          <a:prstGeom prst="rect">
            <a:avLst/>
          </a:prstGeom>
          <a:ln w="9525">
            <a:noFill/>
          </a:ln>
        </p:spPr>
      </p:pic>
      <mc:AlternateContent xmlns:mc="http://schemas.openxmlformats.org/markup-compatibility/2006" xmlns:a14="http://schemas.microsoft.com/office/drawing/2010/main">
        <mc:Choice Requires="a14">
          <p:sp>
            <p:nvSpPr>
              <p:cNvPr id="4" name="Rounded Rectangle 12">
                <a:extLst>
                  <a:ext uri="{FF2B5EF4-FFF2-40B4-BE49-F238E27FC236}">
                    <a16:creationId xmlns:a16="http://schemas.microsoft.com/office/drawing/2014/main" id="{1AD83F1C-5F74-30B8-DBE2-A7B1BD8E4A0F}"/>
                  </a:ext>
                </a:extLst>
              </p:cNvPr>
              <p:cNvSpPr/>
              <p:nvPr/>
            </p:nvSpPr>
            <p:spPr>
              <a:xfrm>
                <a:off x="224028" y="4230020"/>
                <a:ext cx="8695944" cy="342900"/>
              </a:xfrm>
              <a:prstGeom prst="roundRect">
                <a:avLst>
                  <a:gd name="adj" fmla="val 16700"/>
                </a:avLst>
              </a:prstGeom>
              <a:solidFill>
                <a:schemeClr val="bg1"/>
              </a:solidFill>
              <a:ln w="12700">
                <a:solidFill>
                  <a:srgbClr val="00206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b="1" dirty="0">
                    <a:solidFill>
                      <a:srgbClr val="002060"/>
                    </a:solidFill>
                    <a:latin typeface="微软雅黑" panose="020B0503020204020204" pitchFamily="34" charset="-122"/>
                    <a:ea typeface="微软雅黑" panose="020B0503020204020204" pitchFamily="34" charset="-122"/>
                  </a:rPr>
                  <a:t>Component mutual interference: </a:t>
                </a:r>
                <a:r>
                  <a:rPr lang="en-US" b="1" dirty="0">
                    <a:solidFill>
                      <a:srgbClr val="C00000"/>
                    </a:solidFill>
                    <a:latin typeface="微软雅黑" panose="020B0503020204020204" pitchFamily="34" charset="-122"/>
                    <a:ea typeface="微软雅黑" panose="020B0503020204020204" pitchFamily="34" charset="-122"/>
                  </a:rPr>
                  <a:t>99.2</a:t>
                </a:r>
                <a:r>
                  <a:rPr lang="en-US" altLang="zh-CN" b="1" dirty="0">
                    <a:solidFill>
                      <a:srgbClr val="C00000"/>
                    </a:solidFill>
                    <a:latin typeface="微软雅黑" panose="020B0503020204020204" pitchFamily="34" charset="-122"/>
                    <a:ea typeface="微软雅黑" panose="020B0503020204020204" pitchFamily="34" charset="-122"/>
                  </a:rPr>
                  <a:t>PLdB </a:t>
                </a:r>
                <a14:m>
                  <m:oMath xmlns:m="http://schemas.openxmlformats.org/officeDocument/2006/math">
                    <m:r>
                      <a:rPr lang="en-US" altLang="zh-CN" b="1" dirty="0">
                        <a:solidFill>
                          <a:srgbClr val="C00000"/>
                        </a:solidFill>
                        <a:latin typeface="Cambria Math" panose="02040503050406030204" pitchFamily="18" charset="0"/>
                      </a:rPr>
                      <m:t>→</m:t>
                    </m:r>
                  </m:oMath>
                </a14:m>
                <a:r>
                  <a:rPr lang="en-US" b="1" dirty="0">
                    <a:solidFill>
                      <a:srgbClr val="C00000"/>
                    </a:solidFill>
                    <a:latin typeface="微软雅黑" panose="020B0503020204020204" pitchFamily="34" charset="-122"/>
                    <a:ea typeface="微软雅黑" panose="020B0503020204020204" pitchFamily="34" charset="-122"/>
                  </a:rPr>
                  <a:t> 98.7 PLdB</a:t>
                </a:r>
                <a:endParaRPr b="1" dirty="0">
                  <a:solidFill>
                    <a:srgbClr val="002060"/>
                  </a:solidFill>
                  <a:latin typeface="微软雅黑" panose="020B0503020204020204" pitchFamily="34" charset="-122"/>
                  <a:ea typeface="微软雅黑" panose="020B0503020204020204" pitchFamily="34" charset="-122"/>
                </a:endParaRPr>
              </a:p>
            </p:txBody>
          </p:sp>
        </mc:Choice>
        <mc:Fallback xmlns="">
          <p:sp>
            <p:nvSpPr>
              <p:cNvPr id="4" name="Rounded Rectangle 12">
                <a:extLst>
                  <a:ext uri="{FF2B5EF4-FFF2-40B4-BE49-F238E27FC236}">
                    <a16:creationId xmlns:a16="http://schemas.microsoft.com/office/drawing/2014/main" id="{1AD83F1C-5F74-30B8-DBE2-A7B1BD8E4A0F}"/>
                  </a:ext>
                </a:extLst>
              </p:cNvPr>
              <p:cNvSpPr>
                <a:spLocks noRot="1" noChangeAspect="1" noMove="1" noResize="1" noEditPoints="1" noAdjustHandles="1" noChangeArrowheads="1" noChangeShapeType="1" noTextEdit="1"/>
              </p:cNvSpPr>
              <p:nvPr/>
            </p:nvSpPr>
            <p:spPr>
              <a:xfrm>
                <a:off x="224028" y="4230020"/>
                <a:ext cx="8695944" cy="342900"/>
              </a:xfrm>
              <a:prstGeom prst="roundRect">
                <a:avLst>
                  <a:gd name="adj" fmla="val 16700"/>
                </a:avLst>
              </a:prstGeom>
              <a:blipFill>
                <a:blip r:embed="rId5"/>
                <a:stretch>
                  <a:fillRect/>
                </a:stretch>
              </a:blipFill>
              <a:ln w="12700">
                <a:solidFill>
                  <a:srgbClr val="002060"/>
                </a:solidFill>
              </a:ln>
              <a:effectLst>
                <a:outerShdw blurRad="50800" dist="38100" dir="2700000" algn="tl" rotWithShape="0">
                  <a:prstClr val="black">
                    <a:alpha val="40000"/>
                  </a:prstClr>
                </a:outerShdw>
              </a:effectLst>
            </p:spPr>
            <p:txBody>
              <a:bodyPr/>
              <a:lstStyle/>
              <a:p>
                <a:r>
                  <a:rPr lang="zh-CN" altLang="en-US">
                    <a:noFill/>
                  </a:rPr>
                  <a:t> </a:t>
                </a:r>
              </a:p>
            </p:txBody>
          </p:sp>
        </mc:Fallback>
      </mc:AlternateContent>
      <p:sp>
        <p:nvSpPr>
          <p:cNvPr id="5" name="TextBox 2">
            <a:extLst>
              <a:ext uri="{FF2B5EF4-FFF2-40B4-BE49-F238E27FC236}">
                <a16:creationId xmlns:a16="http://schemas.microsoft.com/office/drawing/2014/main" id="{36124D09-9A78-8189-6CB3-D79D7D65D382}"/>
              </a:ext>
            </a:extLst>
          </p:cNvPr>
          <p:cNvSpPr txBox="1"/>
          <p:nvPr/>
        </p:nvSpPr>
        <p:spPr>
          <a:xfrm>
            <a:off x="157735" y="671213"/>
            <a:ext cx="7124075" cy="230832"/>
          </a:xfrm>
          <a:prstGeom prst="rect">
            <a:avLst/>
          </a:prstGeom>
          <a:noFill/>
        </p:spPr>
        <p:txBody>
          <a:bodyPr wrap="square" lIns="0" tIns="0" rIns="0" bIns="0" anchor="t">
            <a:spAutoFit/>
          </a:bodyPr>
          <a:lstStyle/>
          <a:p>
            <a:pPr marL="257175" indent="-257175">
              <a:spcAft>
                <a:spcPts val="300"/>
              </a:spcAft>
              <a:buFont typeface="Wingdings" panose="05000000000000000000" pitchFamily="2" charset="2"/>
              <a:buChar char="Ø"/>
            </a:pPr>
            <a:r>
              <a:rPr lang="en-US" sz="1500" b="1" dirty="0">
                <a:solidFill>
                  <a:srgbClr val="002060"/>
                </a:solidFill>
                <a:latin typeface="Arial"/>
              </a:rPr>
              <a:t>Rear-body components II: V-tails &amp; combined installation</a:t>
            </a:r>
          </a:p>
        </p:txBody>
      </p:sp>
      <p:pic>
        <p:nvPicPr>
          <p:cNvPr id="6" name="图片 5">
            <a:extLst>
              <a:ext uri="{FF2B5EF4-FFF2-40B4-BE49-F238E27FC236}">
                <a16:creationId xmlns:a16="http://schemas.microsoft.com/office/drawing/2014/main" id="{EDE546DE-A32C-CBA2-0130-801AF8160E29}"/>
              </a:ext>
            </a:extLst>
          </p:cNvPr>
          <p:cNvPicPr>
            <a:picLocks noChangeAspect="1"/>
          </p:cNvPicPr>
          <p:nvPr/>
        </p:nvPicPr>
        <p:blipFill>
          <a:blip r:embed="rId6"/>
          <a:stretch>
            <a:fillRect/>
          </a:stretch>
        </p:blipFill>
        <p:spPr>
          <a:xfrm>
            <a:off x="732208" y="2550103"/>
            <a:ext cx="3240000" cy="1607069"/>
          </a:xfrm>
          <a:prstGeom prst="rect">
            <a:avLst/>
          </a:prstGeom>
        </p:spPr>
      </p:pic>
      <p:sp>
        <p:nvSpPr>
          <p:cNvPr id="9" name="文本框 8">
            <a:extLst>
              <a:ext uri="{FF2B5EF4-FFF2-40B4-BE49-F238E27FC236}">
                <a16:creationId xmlns:a16="http://schemas.microsoft.com/office/drawing/2014/main" id="{BFC45EEA-CE29-7E4A-E5E9-924AF22FA486}"/>
              </a:ext>
            </a:extLst>
          </p:cNvPr>
          <p:cNvSpPr txBox="1"/>
          <p:nvPr/>
        </p:nvSpPr>
        <p:spPr>
          <a:xfrm>
            <a:off x="2657788" y="2739011"/>
            <a:ext cx="1914212" cy="369332"/>
          </a:xfrm>
          <a:prstGeom prst="rect">
            <a:avLst/>
          </a:prstGeom>
          <a:solidFill>
            <a:schemeClr val="bg1"/>
          </a:solidFill>
          <a:ln>
            <a:solidFill>
              <a:srgbClr val="002060"/>
            </a:solidFill>
          </a:ln>
        </p:spPr>
        <p:txBody>
          <a:bodyPr wrap="square" lIns="0" tIns="0" rIns="0" bIns="0" rtlCol="0">
            <a:spAutoFit/>
          </a:bodyPr>
          <a:lstStyle/>
          <a:p>
            <a:pPr marL="54000"/>
            <a:r>
              <a:rPr lang="zh-CN" altLang="zh-CN" sz="1200" dirty="0">
                <a:solidFill>
                  <a:srgbClr val="002060"/>
                </a:solidFill>
                <a:latin typeface="微软雅黑" panose="020B0503020204020204" pitchFamily="34" charset="-122"/>
                <a:ea typeface="微软雅黑" panose="020B0503020204020204" pitchFamily="34" charset="-122"/>
              </a:rPr>
              <a:t>Aft‑body over‑expansion intensity is reduced.</a:t>
            </a:r>
          </a:p>
        </p:txBody>
      </p:sp>
      <p:cxnSp>
        <p:nvCxnSpPr>
          <p:cNvPr id="10" name="直接连接符 9">
            <a:extLst>
              <a:ext uri="{FF2B5EF4-FFF2-40B4-BE49-F238E27FC236}">
                <a16:creationId xmlns:a16="http://schemas.microsoft.com/office/drawing/2014/main" id="{1B9A2B9A-E03F-DB16-1894-183497950A81}"/>
              </a:ext>
            </a:extLst>
          </p:cNvPr>
          <p:cNvCxnSpPr/>
          <p:nvPr/>
        </p:nvCxnSpPr>
        <p:spPr>
          <a:xfrm>
            <a:off x="3300883" y="3165619"/>
            <a:ext cx="52754" cy="552704"/>
          </a:xfrm>
          <a:prstGeom prst="line">
            <a:avLst/>
          </a:prstGeom>
          <a:ln>
            <a:solidFill>
              <a:srgbClr val="002060"/>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54885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51D19-6C97-8FCC-2BB2-70C91992A761}"/>
            </a:ext>
          </a:extLst>
        </p:cNvPr>
        <p:cNvGrpSpPr/>
        <p:nvPr/>
      </p:nvGrpSpPr>
      <p:grpSpPr>
        <a:xfrm>
          <a:off x="0" y="0"/>
          <a:ext cx="0" cy="0"/>
          <a:chOff x="0" y="0"/>
          <a:chExt cx="0" cy="0"/>
        </a:xfrm>
      </p:grpSpPr>
      <p:sp>
        <p:nvSpPr>
          <p:cNvPr id="7" name="灯片编号占位符 6">
            <a:extLst>
              <a:ext uri="{FF2B5EF4-FFF2-40B4-BE49-F238E27FC236}">
                <a16:creationId xmlns:a16="http://schemas.microsoft.com/office/drawing/2014/main" id="{846F2B0A-954A-68D1-2782-9958A155D0A4}"/>
              </a:ext>
            </a:extLst>
          </p:cNvPr>
          <p:cNvSpPr>
            <a:spLocks noGrp="1"/>
          </p:cNvSpPr>
          <p:nvPr>
            <p:ph type="sldNum" sz="quarter" idx="12"/>
          </p:nvPr>
        </p:nvSpPr>
        <p:spPr/>
        <p:txBody>
          <a:bodyPr/>
          <a:lstStyle/>
          <a:p>
            <a:fld id="{87F8B100-9989-F34E-92F9-CB4946CF0D63}" type="slidenum">
              <a:rPr lang="de-DE" smtClean="0"/>
              <a:t>19</a:t>
            </a:fld>
            <a:endParaRPr lang="de-DE"/>
          </a:p>
        </p:txBody>
      </p:sp>
      <p:sp>
        <p:nvSpPr>
          <p:cNvPr id="8" name="Title 1">
            <a:extLst>
              <a:ext uri="{FF2B5EF4-FFF2-40B4-BE49-F238E27FC236}">
                <a16:creationId xmlns:a16="http://schemas.microsoft.com/office/drawing/2014/main" id="{C7709A90-33B1-0C70-5583-BC61397882F8}"/>
              </a:ext>
            </a:extLst>
          </p:cNvPr>
          <p:cNvSpPr>
            <a:spLocks noGrp="1"/>
          </p:cNvSpPr>
          <p:nvPr>
            <p:ph type="title"/>
          </p:nvPr>
        </p:nvSpPr>
        <p:spPr>
          <a:xfrm>
            <a:off x="457200" y="10913"/>
            <a:ext cx="8229600" cy="534392"/>
          </a:xfrm>
        </p:spPr>
        <p:txBody>
          <a:bodyPr/>
          <a:lstStyle/>
          <a:p>
            <a:r>
              <a:rPr lang="en-US" b="1" dirty="0"/>
              <a:t>3. Low-Boom Design &amp; Analysis</a:t>
            </a:r>
          </a:p>
        </p:txBody>
      </p:sp>
      <p:sp>
        <p:nvSpPr>
          <p:cNvPr id="2" name="矩形 1">
            <a:extLst>
              <a:ext uri="{FF2B5EF4-FFF2-40B4-BE49-F238E27FC236}">
                <a16:creationId xmlns:a16="http://schemas.microsoft.com/office/drawing/2014/main" id="{980DD665-94CE-14D6-902E-1EFB44817B35}"/>
              </a:ext>
            </a:extLst>
          </p:cNvPr>
          <p:cNvSpPr/>
          <p:nvPr/>
        </p:nvSpPr>
        <p:spPr>
          <a:xfrm>
            <a:off x="263268" y="2708677"/>
            <a:ext cx="8637060" cy="1786491"/>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1350" dirty="0">
              <a:solidFill>
                <a:schemeClr val="tx1"/>
              </a:solidFill>
              <a:latin typeface="Arial" pitchFamily="34" charset="0"/>
              <a:cs typeface="Arial" pitchFamily="34" charset="0"/>
            </a:endParaRPr>
          </a:p>
        </p:txBody>
      </p:sp>
      <p:sp>
        <p:nvSpPr>
          <p:cNvPr id="3" name="文本框 2">
            <a:extLst>
              <a:ext uri="{FF2B5EF4-FFF2-40B4-BE49-F238E27FC236}">
                <a16:creationId xmlns:a16="http://schemas.microsoft.com/office/drawing/2014/main" id="{829BE684-3185-31B7-930A-9302F6168074}"/>
              </a:ext>
            </a:extLst>
          </p:cNvPr>
          <p:cNvSpPr txBox="1"/>
          <p:nvPr/>
        </p:nvSpPr>
        <p:spPr>
          <a:xfrm>
            <a:off x="353702" y="3090007"/>
            <a:ext cx="8436594" cy="1228798"/>
          </a:xfrm>
          <a:prstGeom prst="rect">
            <a:avLst/>
          </a:prstGeom>
          <a:noFill/>
        </p:spPr>
        <p:txBody>
          <a:bodyPr wrap="square" lIns="0" tIns="0" rIns="0" bIns="0" rtlCol="0">
            <a:spAutoFit/>
          </a:bodyPr>
          <a:lstStyle/>
          <a:p>
            <a:pPr marL="257175" indent="-257175" algn="just">
              <a:lnSpc>
                <a:spcPct val="150000"/>
              </a:lnSpc>
              <a:spcAft>
                <a:spcPts val="900"/>
              </a:spcAft>
              <a:buFont typeface="Wingdings" panose="05000000000000000000" pitchFamily="2" charset="2"/>
              <a:buChar char="p"/>
            </a:pPr>
            <a:r>
              <a:rPr lang="en-US" altLang="zh-CN" sz="1500" b="1" dirty="0">
                <a:solidFill>
                  <a:srgbClr val="002060"/>
                </a:solidFill>
                <a:latin typeface="微软雅黑" panose="020B0503020204020204" pitchFamily="34" charset="-122"/>
                <a:ea typeface="微软雅黑" panose="020B0503020204020204" pitchFamily="34" charset="-122"/>
                <a:cs typeface="Arial" pitchFamily="34" charset="0"/>
              </a:rPr>
              <a:t>Fore‑body: Try </a:t>
            </a:r>
            <a:r>
              <a:rPr lang="en-US" altLang="zh-CN" sz="1500" b="1" dirty="0">
                <a:solidFill>
                  <a:srgbClr val="C00000"/>
                </a:solidFill>
                <a:latin typeface="微软雅黑" panose="020B0503020204020204" pitchFamily="34" charset="-122"/>
                <a:ea typeface="微软雅黑" panose="020B0503020204020204" pitchFamily="34" charset="-122"/>
                <a:cs typeface="Arial" pitchFamily="34" charset="0"/>
              </a:rPr>
              <a:t>canards</a:t>
            </a:r>
            <a:r>
              <a:rPr lang="en-US" altLang="zh-CN" sz="1500" b="1" dirty="0">
                <a:solidFill>
                  <a:srgbClr val="002060"/>
                </a:solidFill>
                <a:latin typeface="微软雅黑" panose="020B0503020204020204" pitchFamily="34" charset="-122"/>
                <a:ea typeface="微软雅黑" panose="020B0503020204020204" pitchFamily="34" charset="-122"/>
                <a:cs typeface="Arial" pitchFamily="34" charset="0"/>
              </a:rPr>
              <a:t> for potential waveform control</a:t>
            </a:r>
          </a:p>
          <a:p>
            <a:pPr marL="257175" indent="-257175" algn="just">
              <a:lnSpc>
                <a:spcPct val="150000"/>
              </a:lnSpc>
              <a:spcAft>
                <a:spcPts val="900"/>
              </a:spcAft>
              <a:buFont typeface="Wingdings" panose="05000000000000000000" pitchFamily="2" charset="2"/>
              <a:buChar char="p"/>
            </a:pPr>
            <a:r>
              <a:rPr lang="en-US" altLang="zh-CN" sz="1500" b="1" dirty="0">
                <a:solidFill>
                  <a:srgbClr val="002060"/>
                </a:solidFill>
                <a:latin typeface="微软雅黑" panose="020B0503020204020204" pitchFamily="34" charset="-122"/>
                <a:ea typeface="微软雅黑" panose="020B0503020204020204" pitchFamily="34" charset="-122"/>
                <a:cs typeface="Arial" pitchFamily="34" charset="0"/>
              </a:rPr>
              <a:t>Rear‑body: Weaken volume‑termination shock by </a:t>
            </a:r>
            <a:r>
              <a:rPr lang="en-US" altLang="zh-CN" sz="1500" b="1" dirty="0">
                <a:solidFill>
                  <a:srgbClr val="C00000"/>
                </a:solidFill>
                <a:latin typeface="微软雅黑" panose="020B0503020204020204" pitchFamily="34" charset="-122"/>
                <a:ea typeface="微软雅黑" panose="020B0503020204020204" pitchFamily="34" charset="-122"/>
                <a:cs typeface="Arial" pitchFamily="34" charset="0"/>
              </a:rPr>
              <a:t>shaping the tail</a:t>
            </a:r>
          </a:p>
          <a:p>
            <a:pPr marL="257175" indent="-257175" algn="just">
              <a:lnSpc>
                <a:spcPct val="150000"/>
              </a:lnSpc>
              <a:spcAft>
                <a:spcPts val="900"/>
              </a:spcAft>
              <a:buFont typeface="Wingdings" panose="05000000000000000000" pitchFamily="2" charset="2"/>
              <a:buChar char="p"/>
            </a:pPr>
            <a:r>
              <a:rPr lang="en-US" altLang="zh-CN" sz="1500" b="1" dirty="0">
                <a:solidFill>
                  <a:srgbClr val="002060"/>
                </a:solidFill>
                <a:latin typeface="微软雅黑" panose="020B0503020204020204" pitchFamily="34" charset="-122"/>
                <a:ea typeface="微软雅黑" panose="020B0503020204020204" pitchFamily="34" charset="-122"/>
                <a:cs typeface="Arial" pitchFamily="34" charset="0"/>
              </a:rPr>
              <a:t>Extension: Extend SBWB concept to </a:t>
            </a:r>
            <a:r>
              <a:rPr lang="en-US" altLang="zh-CN" sz="1500" b="1" dirty="0">
                <a:solidFill>
                  <a:srgbClr val="C00000"/>
                </a:solidFill>
                <a:latin typeface="微软雅黑" panose="020B0503020204020204" pitchFamily="34" charset="-122"/>
                <a:ea typeface="微软雅黑" panose="020B0503020204020204" pitchFamily="34" charset="-122"/>
                <a:cs typeface="Arial" pitchFamily="34" charset="0"/>
              </a:rPr>
              <a:t>supersonic business jets</a:t>
            </a:r>
          </a:p>
        </p:txBody>
      </p:sp>
      <p:sp>
        <p:nvSpPr>
          <p:cNvPr id="4" name="矩形 3">
            <a:extLst>
              <a:ext uri="{FF2B5EF4-FFF2-40B4-BE49-F238E27FC236}">
                <a16:creationId xmlns:a16="http://schemas.microsoft.com/office/drawing/2014/main" id="{C627388D-4348-083A-1E93-8D1072F704D7}"/>
              </a:ext>
            </a:extLst>
          </p:cNvPr>
          <p:cNvSpPr/>
          <p:nvPr/>
        </p:nvSpPr>
        <p:spPr>
          <a:xfrm>
            <a:off x="263268" y="2708677"/>
            <a:ext cx="8637060" cy="340469"/>
          </a:xfrm>
          <a:prstGeom prst="rect">
            <a:avLst/>
          </a:prstGeom>
          <a:solidFill>
            <a:srgbClr val="00206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1350" dirty="0">
              <a:solidFill>
                <a:schemeClr val="tx1"/>
              </a:solidFill>
              <a:latin typeface="Arial" pitchFamily="34" charset="0"/>
              <a:cs typeface="Arial" pitchFamily="34" charset="0"/>
            </a:endParaRPr>
          </a:p>
        </p:txBody>
      </p:sp>
      <p:sp>
        <p:nvSpPr>
          <p:cNvPr id="5" name="文本框 4">
            <a:extLst>
              <a:ext uri="{FF2B5EF4-FFF2-40B4-BE49-F238E27FC236}">
                <a16:creationId xmlns:a16="http://schemas.microsoft.com/office/drawing/2014/main" id="{F828592F-0DCC-3A7A-1B71-07868E5641E2}"/>
              </a:ext>
            </a:extLst>
          </p:cNvPr>
          <p:cNvSpPr txBox="1"/>
          <p:nvPr/>
        </p:nvSpPr>
        <p:spPr>
          <a:xfrm>
            <a:off x="3972198" y="2742001"/>
            <a:ext cx="1219200" cy="276999"/>
          </a:xfrm>
          <a:prstGeom prst="rect">
            <a:avLst/>
          </a:prstGeom>
          <a:noFill/>
        </p:spPr>
        <p:txBody>
          <a:bodyPr wrap="square" lIns="0" tIns="0" rIns="0" bIns="0" rtlCol="0">
            <a:spAutoFit/>
          </a:bodyPr>
          <a:lstStyle/>
          <a:p>
            <a:pPr algn="ctr"/>
            <a:r>
              <a:rPr lang="en-US" altLang="zh-CN" b="1" dirty="0">
                <a:solidFill>
                  <a:schemeClr val="bg1"/>
                </a:solidFill>
                <a:latin typeface="微软雅黑" panose="020B0503020204020204" pitchFamily="34" charset="-122"/>
                <a:ea typeface="微软雅黑" panose="020B0503020204020204" pitchFamily="34" charset="-122"/>
                <a:cs typeface="Arial" pitchFamily="34" charset="0"/>
              </a:rPr>
              <a:t>Outlook</a:t>
            </a:r>
            <a:endParaRPr lang="zh-CN" altLang="en-US" b="1" dirty="0">
              <a:solidFill>
                <a:schemeClr val="bg1"/>
              </a:solidFill>
              <a:latin typeface="微软雅黑" panose="020B0503020204020204" pitchFamily="34" charset="-122"/>
              <a:ea typeface="微软雅黑" panose="020B0503020204020204" pitchFamily="34" charset="-122"/>
              <a:cs typeface="Arial" pitchFamily="34" charset="0"/>
            </a:endParaRPr>
          </a:p>
        </p:txBody>
      </p:sp>
      <p:sp>
        <p:nvSpPr>
          <p:cNvPr id="6" name="矩形 5">
            <a:extLst>
              <a:ext uri="{FF2B5EF4-FFF2-40B4-BE49-F238E27FC236}">
                <a16:creationId xmlns:a16="http://schemas.microsoft.com/office/drawing/2014/main" id="{1D9A5751-DC26-8C9B-2116-032994F48669}"/>
              </a:ext>
            </a:extLst>
          </p:cNvPr>
          <p:cNvSpPr/>
          <p:nvPr/>
        </p:nvSpPr>
        <p:spPr>
          <a:xfrm>
            <a:off x="263268" y="738868"/>
            <a:ext cx="8637060" cy="1670957"/>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1350" dirty="0">
              <a:solidFill>
                <a:schemeClr val="tx1"/>
              </a:solidFill>
              <a:latin typeface="Arial" pitchFamily="34" charset="0"/>
              <a:cs typeface="Arial" pitchFamily="34" charset="0"/>
            </a:endParaRPr>
          </a:p>
        </p:txBody>
      </p:sp>
      <p:sp>
        <p:nvSpPr>
          <p:cNvPr id="9" name="矩形 8">
            <a:extLst>
              <a:ext uri="{FF2B5EF4-FFF2-40B4-BE49-F238E27FC236}">
                <a16:creationId xmlns:a16="http://schemas.microsoft.com/office/drawing/2014/main" id="{FDBB5F44-D739-6FCA-94C9-64ED3B4C5F7E}"/>
              </a:ext>
            </a:extLst>
          </p:cNvPr>
          <p:cNvSpPr/>
          <p:nvPr/>
        </p:nvSpPr>
        <p:spPr>
          <a:xfrm>
            <a:off x="263268" y="738868"/>
            <a:ext cx="8637060" cy="340469"/>
          </a:xfrm>
          <a:prstGeom prst="rect">
            <a:avLst/>
          </a:prstGeom>
          <a:solidFill>
            <a:srgbClr val="00206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1350" dirty="0">
              <a:solidFill>
                <a:schemeClr val="tx1"/>
              </a:solidFill>
              <a:latin typeface="Arial" pitchFamily="34" charset="0"/>
              <a:cs typeface="Arial" pitchFamily="34" charset="0"/>
            </a:endParaRPr>
          </a:p>
        </p:txBody>
      </p:sp>
      <p:sp>
        <p:nvSpPr>
          <p:cNvPr id="10" name="文本框 9">
            <a:extLst>
              <a:ext uri="{FF2B5EF4-FFF2-40B4-BE49-F238E27FC236}">
                <a16:creationId xmlns:a16="http://schemas.microsoft.com/office/drawing/2014/main" id="{8FDD524F-83DF-DDD3-EAED-56BCC86332D6}"/>
              </a:ext>
            </a:extLst>
          </p:cNvPr>
          <p:cNvSpPr txBox="1"/>
          <p:nvPr/>
        </p:nvSpPr>
        <p:spPr>
          <a:xfrm>
            <a:off x="353704" y="1155407"/>
            <a:ext cx="8436593" cy="1126206"/>
          </a:xfrm>
          <a:prstGeom prst="rect">
            <a:avLst/>
          </a:prstGeom>
          <a:noFill/>
        </p:spPr>
        <p:txBody>
          <a:bodyPr wrap="square" lIns="0" tIns="0" rIns="0" bIns="0" rtlCol="0">
            <a:spAutoFit/>
          </a:bodyPr>
          <a:lstStyle/>
          <a:p>
            <a:pPr marL="257175" indent="-257175" algn="just">
              <a:lnSpc>
                <a:spcPct val="150000"/>
              </a:lnSpc>
              <a:spcAft>
                <a:spcPts val="450"/>
              </a:spcAft>
              <a:buFont typeface="Wingdings" panose="05000000000000000000" pitchFamily="2" charset="2"/>
              <a:buChar char="p"/>
            </a:pPr>
            <a:r>
              <a:rPr lang="en-US" altLang="zh-CN" sz="1500" b="1" dirty="0">
                <a:solidFill>
                  <a:srgbClr val="002060"/>
                </a:solidFill>
                <a:latin typeface="微软雅黑" panose="020B0503020204020204" pitchFamily="34" charset="-122"/>
                <a:ea typeface="微软雅黑" panose="020B0503020204020204" pitchFamily="34" charset="-122"/>
                <a:cs typeface="Arial" pitchFamily="34" charset="0"/>
              </a:rPr>
              <a:t>SBWB </a:t>
            </a:r>
            <a:r>
              <a:rPr lang="en-US" altLang="zh-CN" sz="1500" b="1" dirty="0">
                <a:solidFill>
                  <a:srgbClr val="C00000"/>
                </a:solidFill>
                <a:latin typeface="微软雅黑" panose="020B0503020204020204" pitchFamily="34" charset="-122"/>
                <a:ea typeface="微软雅黑" panose="020B0503020204020204" pitchFamily="34" charset="-122"/>
                <a:cs typeface="Arial" pitchFamily="34" charset="0"/>
              </a:rPr>
              <a:t>cabin‑conformal fuselage </a:t>
            </a:r>
            <a:r>
              <a:rPr lang="en-US" altLang="zh-CN" sz="1500" b="1" dirty="0">
                <a:solidFill>
                  <a:srgbClr val="002060"/>
                </a:solidFill>
                <a:latin typeface="微软雅黑" panose="020B0503020204020204" pitchFamily="34" charset="-122"/>
                <a:ea typeface="微软雅黑" panose="020B0503020204020204" pitchFamily="34" charset="-122"/>
                <a:cs typeface="Arial" pitchFamily="34" charset="0"/>
              </a:rPr>
              <a:t>enlarges low‑boom design space</a:t>
            </a:r>
          </a:p>
          <a:p>
            <a:pPr marL="257175" indent="-257175" algn="just">
              <a:lnSpc>
                <a:spcPct val="150000"/>
              </a:lnSpc>
              <a:spcAft>
                <a:spcPts val="450"/>
              </a:spcAft>
              <a:buFont typeface="Wingdings" panose="05000000000000000000" pitchFamily="2" charset="2"/>
              <a:buChar char="p"/>
            </a:pPr>
            <a:r>
              <a:rPr lang="en-US" altLang="zh-CN" sz="1500" b="1" dirty="0">
                <a:solidFill>
                  <a:srgbClr val="002060"/>
                </a:solidFill>
                <a:latin typeface="微软雅黑" panose="020B0503020204020204" pitchFamily="34" charset="-122"/>
                <a:ea typeface="微软雅黑" panose="020B0503020204020204" pitchFamily="34" charset="-122"/>
                <a:cs typeface="Arial" pitchFamily="34" charset="0"/>
              </a:rPr>
              <a:t>Classic JSGD method remains </a:t>
            </a:r>
            <a:r>
              <a:rPr lang="en-US" altLang="zh-CN" sz="1500" b="1" dirty="0">
                <a:solidFill>
                  <a:srgbClr val="C00000"/>
                </a:solidFill>
                <a:latin typeface="微软雅黑" panose="020B0503020204020204" pitchFamily="34" charset="-122"/>
                <a:ea typeface="微软雅黑" panose="020B0503020204020204" pitchFamily="34" charset="-122"/>
                <a:cs typeface="Arial" pitchFamily="34" charset="0"/>
              </a:rPr>
              <a:t>effective for sonic‑boom reduction on SBWB</a:t>
            </a:r>
          </a:p>
          <a:p>
            <a:pPr marL="257175" indent="-257175" algn="just">
              <a:lnSpc>
                <a:spcPct val="150000"/>
              </a:lnSpc>
              <a:spcAft>
                <a:spcPts val="450"/>
              </a:spcAft>
              <a:buFont typeface="Wingdings" panose="05000000000000000000" pitchFamily="2" charset="2"/>
              <a:buChar char="p"/>
            </a:pPr>
            <a:r>
              <a:rPr lang="en-US" altLang="zh-CN" sz="1500" b="1" dirty="0">
                <a:solidFill>
                  <a:srgbClr val="002060"/>
                </a:solidFill>
                <a:latin typeface="微软雅黑" panose="020B0503020204020204" pitchFamily="34" charset="-122"/>
                <a:ea typeface="微软雅黑" panose="020B0503020204020204" pitchFamily="34" charset="-122"/>
                <a:cs typeface="Arial" pitchFamily="34" charset="0"/>
              </a:rPr>
              <a:t>Winglets and V‑tails </a:t>
            </a:r>
            <a:r>
              <a:rPr lang="en-US" altLang="zh-CN" sz="1500" b="1" dirty="0">
                <a:solidFill>
                  <a:srgbClr val="C00000"/>
                </a:solidFill>
                <a:latin typeface="微软雅黑" panose="020B0503020204020204" pitchFamily="34" charset="-122"/>
                <a:ea typeface="微软雅黑" panose="020B0503020204020204" pitchFamily="34" charset="-122"/>
                <a:cs typeface="Arial" pitchFamily="34" charset="0"/>
              </a:rPr>
              <a:t>enable regulation </a:t>
            </a:r>
            <a:r>
              <a:rPr lang="en-US" altLang="zh-CN" sz="1500" b="1" dirty="0">
                <a:solidFill>
                  <a:srgbClr val="002060"/>
                </a:solidFill>
                <a:latin typeface="微软雅黑" panose="020B0503020204020204" pitchFamily="34" charset="-122"/>
                <a:ea typeface="微软雅黑" panose="020B0503020204020204" pitchFamily="34" charset="-122"/>
                <a:cs typeface="Arial" pitchFamily="34" charset="0"/>
              </a:rPr>
              <a:t>of aft‑body over‑expansion intensity</a:t>
            </a:r>
          </a:p>
        </p:txBody>
      </p:sp>
      <p:sp>
        <p:nvSpPr>
          <p:cNvPr id="11" name="文本框 10">
            <a:extLst>
              <a:ext uri="{FF2B5EF4-FFF2-40B4-BE49-F238E27FC236}">
                <a16:creationId xmlns:a16="http://schemas.microsoft.com/office/drawing/2014/main" id="{59336168-4F36-4E6C-5124-90E0BE4D9452}"/>
              </a:ext>
            </a:extLst>
          </p:cNvPr>
          <p:cNvSpPr txBox="1"/>
          <p:nvPr/>
        </p:nvSpPr>
        <p:spPr>
          <a:xfrm>
            <a:off x="3881764" y="772194"/>
            <a:ext cx="1386086" cy="276999"/>
          </a:xfrm>
          <a:prstGeom prst="rect">
            <a:avLst/>
          </a:prstGeom>
          <a:noFill/>
        </p:spPr>
        <p:txBody>
          <a:bodyPr wrap="square" lIns="0" tIns="0" rIns="0" bIns="0" rtlCol="0">
            <a:spAutoFit/>
          </a:bodyPr>
          <a:lstStyle/>
          <a:p>
            <a:pPr algn="ctr"/>
            <a:r>
              <a:rPr lang="en-US" altLang="zh-CN" b="1" dirty="0">
                <a:solidFill>
                  <a:schemeClr val="bg1"/>
                </a:solidFill>
                <a:latin typeface="微软雅黑" panose="020B0503020204020204" pitchFamily="34" charset="-122"/>
                <a:ea typeface="微软雅黑" panose="020B0503020204020204" pitchFamily="34" charset="-122"/>
                <a:cs typeface="Arial" pitchFamily="34" charset="0"/>
              </a:rPr>
              <a:t>Conclusion</a:t>
            </a:r>
            <a:endParaRPr lang="zh-CN" altLang="en-US" b="1" dirty="0">
              <a:solidFill>
                <a:schemeClr val="bg1"/>
              </a:solidFill>
              <a:latin typeface="微软雅黑" panose="020B0503020204020204" pitchFamily="34" charset="-122"/>
              <a:ea typeface="微软雅黑" panose="020B0503020204020204" pitchFamily="34" charset="-122"/>
              <a:cs typeface="Arial" pitchFamily="34" charset="0"/>
            </a:endParaRPr>
          </a:p>
        </p:txBody>
      </p:sp>
    </p:spTree>
    <p:extLst>
      <p:ext uri="{BB962C8B-B14F-4D97-AF65-F5344CB8AC3E}">
        <p14:creationId xmlns:p14="http://schemas.microsoft.com/office/powerpoint/2010/main" val="10029746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680AD42-E32C-D533-2157-CFF48FEC205C}"/>
              </a:ext>
            </a:extLst>
          </p:cNvPr>
          <p:cNvSpPr txBox="1">
            <a:spLocks/>
          </p:cNvSpPr>
          <p:nvPr/>
        </p:nvSpPr>
        <p:spPr>
          <a:xfrm>
            <a:off x="628650" y="1722020"/>
            <a:ext cx="7886700" cy="1356561"/>
          </a:xfrm>
          <a:prstGeom prst="rect">
            <a:avLst/>
          </a:prstGeom>
        </p:spPr>
        <p:txBody>
          <a:bodyPr/>
          <a:lstStyle>
            <a:lvl1pPr algn="ctr" defTabSz="342900" rtl="0" eaLnBrk="1" latinLnBrk="0" hangingPunct="1">
              <a:spcBef>
                <a:spcPct val="0"/>
              </a:spcBef>
              <a:buNone/>
              <a:defRPr sz="3300" kern="1200">
                <a:solidFill>
                  <a:schemeClr val="tx1"/>
                </a:solidFill>
                <a:latin typeface="+mj-lt"/>
                <a:ea typeface="+mj-ea"/>
                <a:cs typeface="+mj-cs"/>
              </a:defRPr>
            </a:lvl1pPr>
          </a:lstStyle>
          <a:p>
            <a:pPr fontAlgn="auto">
              <a:lnSpc>
                <a:spcPct val="150000"/>
              </a:lnSpc>
              <a:spcAft>
                <a:spcPts val="0"/>
              </a:spcAft>
            </a:pPr>
            <a:r>
              <a:rPr lang="en-US" altLang="zh-CN" b="1" dirty="0">
                <a:solidFill>
                  <a:srgbClr val="002060"/>
                </a:solidFill>
              </a:rPr>
              <a:t>Thank you!</a:t>
            </a:r>
          </a:p>
          <a:p>
            <a:pPr fontAlgn="auto">
              <a:lnSpc>
                <a:spcPct val="150000"/>
              </a:lnSpc>
              <a:spcAft>
                <a:spcPts val="0"/>
              </a:spcAft>
            </a:pPr>
            <a:r>
              <a:rPr lang="en-US" altLang="zh-CN" b="1" dirty="0">
                <a:solidFill>
                  <a:srgbClr val="002060"/>
                </a:solidFill>
              </a:rPr>
              <a:t>Questions are welcome</a:t>
            </a:r>
          </a:p>
        </p:txBody>
      </p:sp>
      <p:sp>
        <p:nvSpPr>
          <p:cNvPr id="4" name="文本框 3">
            <a:extLst>
              <a:ext uri="{FF2B5EF4-FFF2-40B4-BE49-F238E27FC236}">
                <a16:creationId xmlns:a16="http://schemas.microsoft.com/office/drawing/2014/main" id="{56A2F5A4-351C-98D7-E7A9-FD663F149D98}"/>
              </a:ext>
            </a:extLst>
          </p:cNvPr>
          <p:cNvSpPr txBox="1"/>
          <p:nvPr/>
        </p:nvSpPr>
        <p:spPr>
          <a:xfrm>
            <a:off x="2286000" y="3533259"/>
            <a:ext cx="4572000" cy="400110"/>
          </a:xfrm>
          <a:prstGeom prst="rect">
            <a:avLst/>
          </a:prstGeom>
          <a:noFill/>
        </p:spPr>
        <p:txBody>
          <a:bodyPr wrap="square">
            <a:spAutoFit/>
          </a:bodyPr>
          <a:lstStyle/>
          <a:p>
            <a:pPr algn="ctr"/>
            <a:r>
              <a:rPr lang="de-DE" altLang="zh-CN" sz="2000" b="1" u="sng" dirty="0">
                <a:solidFill>
                  <a:schemeClr val="tx1">
                    <a:lumMod val="50000"/>
                    <a:lumOff val="50000"/>
                  </a:schemeClr>
                </a:solidFill>
              </a:rPr>
              <a:t>E-mail: linyi@mail.nwpu.edu.cn </a:t>
            </a:r>
            <a:endParaRPr lang="zh-CN" altLang="en-US" sz="2000" b="1" u="sng" dirty="0">
              <a:solidFill>
                <a:schemeClr val="tx1">
                  <a:lumMod val="50000"/>
                  <a:lumOff val="50000"/>
                </a:schemeClr>
              </a:solidFill>
            </a:endParaRPr>
          </a:p>
        </p:txBody>
      </p:sp>
    </p:spTree>
    <p:extLst>
      <p:ext uri="{BB962C8B-B14F-4D97-AF65-F5344CB8AC3E}">
        <p14:creationId xmlns:p14="http://schemas.microsoft.com/office/powerpoint/2010/main" val="1256622331"/>
      </p:ext>
    </p:extLst>
  </p:cSld>
  <p:clrMapOvr>
    <a:masterClrMapping/>
  </p:clrMapOvr>
</p:sld>
</file>

<file path=ppt/theme/theme1.xml><?xml version="1.0" encoding="utf-8"?>
<a:theme xmlns:a="http://schemas.openxmlformats.org/drawingml/2006/main" name="ICAS Log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No Log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ICAS Glob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68EB2D5380FE2F4D930C6B565C2D1F91" ma:contentTypeVersion="11" ma:contentTypeDescription="Create a new document." ma:contentTypeScope="" ma:versionID="7bb4524a6491913e10d18d3264613d60">
  <xsd:schema xmlns:xsd="http://www.w3.org/2001/XMLSchema" xmlns:xs="http://www.w3.org/2001/XMLSchema" xmlns:p="http://schemas.microsoft.com/office/2006/metadata/properties" xmlns:ns2="f68cf9e0-88e1-4f3b-adb3-cd048a316fce" xmlns:ns3="45189c86-d200-4f8e-8ba3-644445031606" targetNamespace="http://schemas.microsoft.com/office/2006/metadata/properties" ma:root="true" ma:fieldsID="fe491e7097e791f756d1677c32534ef1" ns2:_="" ns3:_="">
    <xsd:import namespace="f68cf9e0-88e1-4f3b-adb3-cd048a316fce"/>
    <xsd:import namespace="45189c86-d200-4f8e-8ba3-644445031606"/>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8cf9e0-88e1-4f3b-adb3-cd048a316fce"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5189c86-d200-4f8e-8ba3-644445031606"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414BE1A-A2C4-4862-8AD0-8BDC37D6A979}">
  <ds:schemaRefs>
    <ds:schemaRef ds:uri="http://schemas.microsoft.com/office/2006/documentManagement/types"/>
    <ds:schemaRef ds:uri="f68cf9e0-88e1-4f3b-adb3-cd048a316fce"/>
    <ds:schemaRef ds:uri="http://purl.org/dc/elements/1.1/"/>
    <ds:schemaRef ds:uri="http://schemas.microsoft.com/office/infopath/2007/PartnerControls"/>
    <ds:schemaRef ds:uri="http://schemas.microsoft.com/office/2006/metadata/properties"/>
    <ds:schemaRef ds:uri="http://purl.org/dc/terms/"/>
    <ds:schemaRef ds:uri="45189c86-d200-4f8e-8ba3-644445031606"/>
    <ds:schemaRef ds:uri="http://schemas.openxmlformats.org/package/2006/metadata/core-properties"/>
    <ds:schemaRef ds:uri="http://www.w3.org/XML/1998/namespace"/>
    <ds:schemaRef ds:uri="http://purl.org/dc/dcmitype/"/>
  </ds:schemaRefs>
</ds:datastoreItem>
</file>

<file path=customXml/itemProps2.xml><?xml version="1.0" encoding="utf-8"?>
<ds:datastoreItem xmlns:ds="http://schemas.openxmlformats.org/officeDocument/2006/customXml" ds:itemID="{E561E29E-EE55-4BBB-A007-996871FAB72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68cf9e0-88e1-4f3b-adb3-cd048a316fce"/>
    <ds:schemaRef ds:uri="45189c86-d200-4f8e-8ba3-64444503160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3F3348E-F4F4-4BE8-8083-AA7D450E2FA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8582</TotalTime>
  <Words>9126</Words>
  <Application>Microsoft Office PowerPoint</Application>
  <PresentationFormat>全屏显示(16:9)</PresentationFormat>
  <Paragraphs>269</Paragraphs>
  <Slides>20</Slides>
  <Notes>20</Notes>
  <HiddenSlides>0</HiddenSlides>
  <MMClips>0</MMClips>
  <ScaleCrop>false</ScaleCrop>
  <HeadingPairs>
    <vt:vector size="6" baseType="variant">
      <vt:variant>
        <vt:lpstr>已用的字体</vt:lpstr>
      </vt:variant>
      <vt:variant>
        <vt:i4>8</vt:i4>
      </vt:variant>
      <vt:variant>
        <vt:lpstr>主题</vt:lpstr>
      </vt:variant>
      <vt:variant>
        <vt:i4>3</vt:i4>
      </vt:variant>
      <vt:variant>
        <vt:lpstr>幻灯片标题</vt:lpstr>
      </vt:variant>
      <vt:variant>
        <vt:i4>20</vt:i4>
      </vt:variant>
    </vt:vector>
  </HeadingPairs>
  <TitlesOfParts>
    <vt:vector size="31" baseType="lpstr">
      <vt:lpstr>微软雅黑</vt:lpstr>
      <vt:lpstr>Arial</vt:lpstr>
      <vt:lpstr>Calibri</vt:lpstr>
      <vt:lpstr>Cambria Math</vt:lpstr>
      <vt:lpstr>Helvetica</vt:lpstr>
      <vt:lpstr>Open Sans</vt:lpstr>
      <vt:lpstr>Times New Roman</vt:lpstr>
      <vt:lpstr>Wingdings</vt:lpstr>
      <vt:lpstr>ICAS Logo</vt:lpstr>
      <vt:lpstr>No Logo</vt:lpstr>
      <vt:lpstr>ICAS Globe</vt:lpstr>
      <vt:lpstr>Low-Boom Design and Analysis of a Blended-Wing-Body Configuration for Large-Sized Supersonic Transport</vt:lpstr>
      <vt:lpstr>Contents</vt:lpstr>
      <vt:lpstr>1. Background &amp; Motivation</vt:lpstr>
      <vt:lpstr>1. Background &amp; Motivation</vt:lpstr>
      <vt:lpstr>1. Background &amp; Motivation</vt:lpstr>
      <vt:lpstr>1. Background &amp; Motivation</vt:lpstr>
      <vt:lpstr>1. Background &amp; Motivation</vt:lpstr>
      <vt:lpstr>1. Background &amp; Motivation</vt:lpstr>
      <vt:lpstr>2. Baseline Configuration</vt:lpstr>
      <vt:lpstr>2. Baseline Configuration</vt:lpstr>
      <vt:lpstr>2. Baseline Configuration</vt:lpstr>
      <vt:lpstr>2. Baseline Configuration</vt:lpstr>
      <vt:lpstr>2. Baseline Configuration</vt:lpstr>
      <vt:lpstr>3. Low-Boom Design &amp; Analysis</vt:lpstr>
      <vt:lpstr>3. Low-Boom Design &amp; Analysis</vt:lpstr>
      <vt:lpstr>3. Low-Boom Design &amp; Analysis</vt:lpstr>
      <vt:lpstr>3. Low-Boom Design &amp; Analysis</vt:lpstr>
      <vt:lpstr>3. Low-Boom Design &amp; Analysis</vt:lpstr>
      <vt:lpstr>3. Low-Boom Design &amp; Analysis</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ICAS</dc:creator>
  <cp:lastModifiedBy>毅 林</cp:lastModifiedBy>
  <cp:revision>180</cp:revision>
  <cp:lastPrinted>2018-09-25T14:02:34Z</cp:lastPrinted>
  <dcterms:modified xsi:type="dcterms:W3CDTF">2026-09-16T00:19:45Z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0x01010068EB2D5380FE2F4D930C6B565C2D1F91</vt:lpwstr>
  </property>
  <property fmtid="{D5CDD505-2E9C-101B-9397-08002B2CF9AE}" pid="3" name="_AdHocReviewCycleID">
    <vt:i4>640318600</vt:i4>
  </property>
  <property fmtid="{D5CDD505-2E9C-101B-9397-08002B2CF9AE}" pid="4" name="_NewReviewCycle">
    <vt:lpwstr/>
  </property>
  <property fmtid="{D5CDD505-2E9C-101B-9397-08002B2CF9AE}" pid="5" name="_EmailSubject">
    <vt:lpwstr>ICAS matters</vt:lpwstr>
  </property>
  <property fmtid="{D5CDD505-2E9C-101B-9397-08002B2CF9AE}" pid="6" name="_AuthorEmailDisplayName">
    <vt:lpwstr>Chris Atkin (ENG - Staff)</vt:lpwstr>
  </property>
</Properties>
</file>